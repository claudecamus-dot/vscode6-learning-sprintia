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3"/>
    <p:sldId id="264" r:id="rId2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2"/>
      <p:bold r:id="rId13"/>
      <p:italic r:id="rId14"/>
      <p:boldItalic r:id="rId15"/>
    </p:embeddedFont>
    <p:embeddedFont>
      <p:font typeface="Helvetica Neue Light" panose="020B0604020202020204" charset="0"/>
      <p:regular r:id="rId16"/>
      <p:bold r:id="rId17"/>
      <p:italic r:id="rId18"/>
      <p:boldItalic r:id="rId19"/>
    </p:embeddedFont>
    <p:embeddedFont>
      <p:font typeface="Outfit" panose="020B0604020202020204" charset="0"/>
      <p:regular r:id="rId20"/>
      <p:bold r:id="rId21"/>
    </p:embeddedFont>
    <p:embeddedFont>
      <p:font typeface="Outfit Light" panose="020B0604020202020204" charset="0"/>
      <p:regular r:id="rId22"/>
      <p:bold r:id="rId23"/>
    </p:embeddedFont>
    <p:embeddedFont>
      <p:font typeface="Outfit Medium" panose="020B0604020202020204" charset="0"/>
      <p:regular r:id="rId24"/>
      <p:bold r:id="rId25"/>
    </p:embeddedFont>
    <p:embeddedFont>
      <p:font typeface="Outfit SemiBold" panose="020B0604020202020204" charset="0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Relationship Id="rId24" Type="http://schemas.openxmlformats.org/officeDocument/2006/relationships/font" Target="fonts/font13.fntdata"/><Relationship Id="rId25" Type="http://schemas.openxmlformats.org/officeDocument/2006/relationships/font" Target="fonts/font14.fntdata"/><Relationship Id="rId26" Type="http://schemas.openxmlformats.org/officeDocument/2006/relationships/font" Target="fonts/font15.fntdata"/><Relationship Id="rId27" Type="http://schemas.openxmlformats.org/officeDocument/2006/relationships/font" Target="fonts/font16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9;p2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20" name="Google Shape;20;p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3" name="Google Shape;23;p2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24" name="Google Shape;24;p2"/>
          <p:cNvCxnSpPr>
            <a:stCxn id="25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2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7" name="Google Shape;27;p2"/>
          <p:cNvCxnSpPr>
            <a:endCxn id="26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2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" name="Google Shape;25;p2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29" name="Google Shape;29;p2"/>
          <p:cNvCxnSpPr>
            <a:stCxn id="28" idx="2"/>
            <a:endCxn id="26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30;p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 - Titre, sous-titre et contenu">
  <p:cSld name="01 - Titre, sous-titre et contenu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"/>
          <p:cNvSpPr txBox="1">
            <a:spLocks noGrp="1"/>
          </p:cNvSpPr>
          <p:nvPr>
            <p:ph type="body" idx="1"/>
          </p:nvPr>
        </p:nvSpPr>
        <p:spPr>
          <a:xfrm>
            <a:off x="562825" y="1273150"/>
            <a:ext cx="79578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2"/>
          </p:nvPr>
        </p:nvSpPr>
        <p:spPr>
          <a:xfrm>
            <a:off x="567950" y="773825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79578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0 - Chapitre [1]">
  <p:cSld name="50 - Chapitre [1]">
    <p:bg>
      <p:bgPr>
        <a:solidFill>
          <a:schemeClr val="lt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/>
          <p:nvPr/>
        </p:nvSpPr>
        <p:spPr>
          <a:xfrm>
            <a:off x="1396875" y="1659950"/>
            <a:ext cx="2560500" cy="2560500"/>
          </a:xfrm>
          <a:prstGeom prst="teardrop">
            <a:avLst>
              <a:gd name="adj" fmla="val 10000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457625" y="1226750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" name="Google Shape;38;p4"/>
          <p:cNvSpPr txBox="1">
            <a:spLocks noGrp="1"/>
          </p:cNvSpPr>
          <p:nvPr>
            <p:ph type="title"/>
          </p:nvPr>
        </p:nvSpPr>
        <p:spPr>
          <a:xfrm>
            <a:off x="4295825" y="191805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9" name="Google Shape;39;p4"/>
          <p:cNvGrpSpPr/>
          <p:nvPr/>
        </p:nvGrpSpPr>
        <p:grpSpPr>
          <a:xfrm>
            <a:off x="3171776" y="1360130"/>
            <a:ext cx="170063" cy="166438"/>
            <a:chOff x="6838242" y="518225"/>
            <a:chExt cx="1247708" cy="1221114"/>
          </a:xfrm>
        </p:grpSpPr>
        <p:sp>
          <p:nvSpPr>
            <p:cNvPr id="40" name="Google Shape;40;p4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1" name="Google Shape;41;p4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" name="Google Shape;42;p4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3" name="Google Shape;43;p4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44" name="Google Shape;44;p4"/>
          <p:cNvCxnSpPr>
            <a:stCxn id="45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4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7" name="Google Shape;47;p4"/>
          <p:cNvCxnSpPr>
            <a:endCxn id="46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5" name="Google Shape;45;p4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49" name="Google Shape;49;p4"/>
          <p:cNvCxnSpPr>
            <a:stCxn id="48" idx="2"/>
            <a:endCxn id="46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" name="Google Shape;50;p4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" name="Google Shape;51;p4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52" name="Google Shape;52;p4"/>
          <p:cNvSpPr txBox="1"/>
          <p:nvPr/>
        </p:nvSpPr>
        <p:spPr>
          <a:xfrm>
            <a:off x="2277075" y="23278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1"/>
          </p:nvPr>
        </p:nvSpPr>
        <p:spPr>
          <a:xfrm>
            <a:off x="3457650" y="122660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4" name="Google Shape;54;p4"/>
          <p:cNvSpPr/>
          <p:nvPr/>
        </p:nvSpPr>
        <p:spPr>
          <a:xfrm rot="-5400000">
            <a:off x="3014525" y="1216850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799">
          <p15:clr>
            <a:srgbClr val="FA7B17"/>
          </p15:clr>
        </p15:guide>
        <p15:guide id="2" pos="5625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 - Titre et contenu">
  <p:cSld name="02 - Titre et contenu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 txBox="1">
            <a:spLocks noGrp="1"/>
          </p:cNvSpPr>
          <p:nvPr>
            <p:ph type="body" idx="1"/>
          </p:nvPr>
        </p:nvSpPr>
        <p:spPr>
          <a:xfrm>
            <a:off x="578425" y="817575"/>
            <a:ext cx="79290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792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">
  <p:cSld name="03 - Titre et sous-titr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571500" y="7791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 - Titre seul">
  <p:cSld name="04 - Titre seul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62500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 - Focus">
  <p:cSld name="05 - Focus">
    <p:bg>
      <p:bgPr>
        <a:solidFill>
          <a:schemeClr val="dk2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185625" y="210050"/>
            <a:ext cx="190500" cy="17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276300" y="292125"/>
            <a:ext cx="8591400" cy="4571700"/>
          </a:xfrm>
          <a:prstGeom prst="roundRect">
            <a:avLst>
              <a:gd name="adj" fmla="val 355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66" name="Google Shape;66;p8"/>
          <p:cNvSpPr/>
          <p:nvPr/>
        </p:nvSpPr>
        <p:spPr>
          <a:xfrm rot="-5400000">
            <a:off x="-1143306" y="34836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chemeClr val="lt1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67" name="Google Shape;67;p8"/>
          <p:cNvSpPr txBox="1">
            <a:spLocks noGrp="1"/>
          </p:cNvSpPr>
          <p:nvPr>
            <p:ph type="subTitle" idx="1"/>
          </p:nvPr>
        </p:nvSpPr>
        <p:spPr>
          <a:xfrm>
            <a:off x="571500" y="778000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563300" y="361275"/>
            <a:ext cx="7884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2"/>
          </p:nvPr>
        </p:nvSpPr>
        <p:spPr>
          <a:xfrm>
            <a:off x="571500" y="1273150"/>
            <a:ext cx="7884000" cy="3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70" name="Google Shape;70;p8"/>
          <p:cNvGrpSpPr/>
          <p:nvPr/>
        </p:nvGrpSpPr>
        <p:grpSpPr>
          <a:xfrm>
            <a:off x="89501" y="125680"/>
            <a:ext cx="8793074" cy="4738970"/>
            <a:chOff x="89501" y="125680"/>
            <a:chExt cx="8793074" cy="4738970"/>
          </a:xfrm>
        </p:grpSpPr>
        <p:grpSp>
          <p:nvGrpSpPr>
            <p:cNvPr id="71" name="Google Shape;71;p8"/>
            <p:cNvGrpSpPr/>
            <p:nvPr/>
          </p:nvGrpSpPr>
          <p:grpSpPr>
            <a:xfrm>
              <a:off x="89501" y="125680"/>
              <a:ext cx="170063" cy="166438"/>
              <a:chOff x="6838242" y="518225"/>
              <a:chExt cx="1247708" cy="1221114"/>
            </a:xfrm>
          </p:grpSpPr>
          <p:sp>
            <p:nvSpPr>
              <p:cNvPr id="72" name="Google Shape;72;p8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3" name="Google Shape;73;p8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4" name="Google Shape;74;p8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75" name="Google Shape;75;p8"/>
            <p:cNvSpPr/>
            <p:nvPr/>
          </p:nvSpPr>
          <p:spPr>
            <a:xfrm>
              <a:off x="8441325" y="4438950"/>
              <a:ext cx="425700" cy="4257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grpSp>
          <p:nvGrpSpPr>
            <p:cNvPr id="76" name="Google Shape;76;p8"/>
            <p:cNvGrpSpPr/>
            <p:nvPr/>
          </p:nvGrpSpPr>
          <p:grpSpPr>
            <a:xfrm>
              <a:off x="8383075" y="4575725"/>
              <a:ext cx="499500" cy="228600"/>
              <a:chOff x="8383075" y="4575725"/>
              <a:chExt cx="499500" cy="228600"/>
            </a:xfrm>
          </p:grpSpPr>
          <p:sp>
            <p:nvSpPr>
              <p:cNvPr id="77" name="Google Shape;77;p8"/>
              <p:cNvSpPr txBox="1"/>
              <p:nvPr/>
            </p:nvSpPr>
            <p:spPr>
              <a:xfrm>
                <a:off x="8383075" y="45757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78" name="Google Shape;78;p8"/>
              <p:cNvCxnSpPr>
                <a:stCxn id="79" idx="2"/>
              </p:cNvCxnSpPr>
              <p:nvPr/>
            </p:nvCxnSpPr>
            <p:spPr>
              <a:xfrm>
                <a:off x="8599834" y="47884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0" name="Google Shape;80;p8"/>
              <p:cNvSpPr/>
              <p:nvPr/>
            </p:nvSpPr>
            <p:spPr>
              <a:xfrm>
                <a:off x="8586528" y="45915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1" name="Google Shape;81;p8"/>
              <p:cNvCxnSpPr>
                <a:endCxn id="80" idx="2"/>
              </p:cNvCxnSpPr>
              <p:nvPr/>
            </p:nvCxnSpPr>
            <p:spPr>
              <a:xfrm rot="10800000">
                <a:off x="8787104" y="46944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82" name="Google Shape;82;p8"/>
              <p:cNvSpPr/>
              <p:nvPr/>
            </p:nvSpPr>
            <p:spPr>
              <a:xfrm rot="-5400000">
                <a:off x="8499018" y="45938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79" name="Google Shape;79;p8"/>
              <p:cNvSpPr/>
              <p:nvPr/>
            </p:nvSpPr>
            <p:spPr>
              <a:xfrm rot="-5400000" flipH="1">
                <a:off x="8499018" y="45899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83" name="Google Shape;83;p8"/>
              <p:cNvCxnSpPr>
                <a:stCxn id="82" idx="2"/>
                <a:endCxn id="80" idx="0"/>
              </p:cNvCxnSpPr>
              <p:nvPr/>
            </p:nvCxnSpPr>
            <p:spPr>
              <a:xfrm>
                <a:off x="8599704" y="4591602"/>
                <a:ext cx="885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7 - Slide vide fond foncé">
  <p:cSld name="07 - Slide vide fond foncé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9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86" name="Google Shape;86;p9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7" name="Google Shape;87;p9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8" name="Google Shape;88;p9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89" name="Google Shape;89;p9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90" name="Google Shape;90;p9"/>
          <p:cNvCxnSpPr>
            <a:stCxn id="91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2" name="Google Shape;92;p9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3" name="Google Shape;93;p9"/>
          <p:cNvCxnSpPr>
            <a:endCxn id="92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4" name="Google Shape;94;p9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1" name="Google Shape;91;p9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5" name="Google Shape;95;p9"/>
          <p:cNvCxnSpPr>
            <a:stCxn id="94" idx="2"/>
            <a:endCxn id="92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9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7" name="Google Shape;97;p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0 - Couverture [1]">
  <p:cSld name="40 - Couverture [1]">
    <p:bg>
      <p:bgPr>
        <a:solidFill>
          <a:schemeClr val="l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00" name="Google Shape;100;p10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01" name="Google Shape;101;p10"/>
          <p:cNvGrpSpPr/>
          <p:nvPr/>
        </p:nvGrpSpPr>
        <p:grpSpPr>
          <a:xfrm>
            <a:off x="276293" y="292119"/>
            <a:ext cx="345989" cy="338615"/>
            <a:chOff x="6838242" y="518225"/>
            <a:chExt cx="1247708" cy="1221114"/>
          </a:xfrm>
        </p:grpSpPr>
        <p:sp>
          <p:nvSpPr>
            <p:cNvPr id="102" name="Google Shape;102;p10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p10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p10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5" name="Google Shape;105;p10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06" name="Google Shape;106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07" name="Google Shape;107;p10"/>
          <p:cNvGrpSpPr/>
          <p:nvPr/>
        </p:nvGrpSpPr>
        <p:grpSpPr>
          <a:xfrm>
            <a:off x="1097923" y="1336707"/>
            <a:ext cx="4598402" cy="1873532"/>
            <a:chOff x="2164723" y="1336707"/>
            <a:chExt cx="4598402" cy="1873532"/>
          </a:xfrm>
        </p:grpSpPr>
        <p:cxnSp>
          <p:nvCxnSpPr>
            <p:cNvPr id="108" name="Google Shape;108;p10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09" name="Google Shape;109;p10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0" name="Google Shape;110;p10"/>
            <p:cNvCxnSpPr>
              <a:endCxn id="109" idx="2"/>
            </p:cNvCxnSpPr>
            <p:nvPr/>
          </p:nvCxnSpPr>
          <p:spPr>
            <a:xfrm rot="10800000">
              <a:off x="6761983" y="2313859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1" name="Google Shape;111;p10"/>
            <p:cNvSpPr/>
            <p:nvPr/>
          </p:nvSpPr>
          <p:spPr>
            <a:xfrm rot="-5399439">
              <a:off x="2143273" y="1392988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12" name="Google Shape;112;p10"/>
            <p:cNvSpPr/>
            <p:nvPr/>
          </p:nvSpPr>
          <p:spPr>
            <a:xfrm rot="-5400561" flipH="1">
              <a:off x="2143273" y="1358457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13" name="Google Shape;113;p10"/>
            <p:cNvCxnSpPr>
              <a:stCxn id="111" idx="2"/>
              <a:endCxn id="109" idx="0"/>
            </p:cNvCxnSpPr>
            <p:nvPr/>
          </p:nvCxnSpPr>
          <p:spPr>
            <a:xfrm>
              <a:off x="3065855" y="1371394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4" name="Google Shape;114;p10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00" b="0" i="0" u="none" strike="noStrike" cap="none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I PART OF ACCENTURE</a:t>
            </a:r>
            <a:endParaRPr sz="600" b="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pic>
        <p:nvPicPr>
          <p:cNvPr id="115" name="Google Shape;115;p10"/>
          <p:cNvPicPr preferRelativeResize="0"/>
          <p:nvPr/>
        </p:nvPicPr>
        <p:blipFill rotWithShape="1">
          <a:blip r:embed="rId3">
            <a:alphaModFix/>
          </a:blip>
          <a:srcRect t="338" b="338"/>
          <a:stretch/>
        </p:blipFill>
        <p:spPr>
          <a:xfrm>
            <a:off x="5866738" y="2120950"/>
            <a:ext cx="172402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0"/>
          <p:cNvSpPr txBox="1">
            <a:spLocks noGrp="1"/>
          </p:cNvSpPr>
          <p:nvPr>
            <p:ph type="title"/>
          </p:nvPr>
        </p:nvSpPr>
        <p:spPr>
          <a:xfrm>
            <a:off x="1657350" y="1619250"/>
            <a:ext cx="3648000" cy="13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17" name="Google Shape;117;p10"/>
          <p:cNvSpPr txBox="1">
            <a:spLocks noGrp="1"/>
          </p:cNvSpPr>
          <p:nvPr>
            <p:ph type="subTitle" idx="1"/>
          </p:nvPr>
        </p:nvSpPr>
        <p:spPr>
          <a:xfrm>
            <a:off x="1657350" y="2668200"/>
            <a:ext cx="3648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18" name="Google Shape;118;p10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19" name="Google Shape;119;p10"/>
          <p:cNvGrpSpPr/>
          <p:nvPr/>
        </p:nvGrpSpPr>
        <p:grpSpPr>
          <a:xfrm rot="10800000">
            <a:off x="4572194" y="3152705"/>
            <a:ext cx="2605006" cy="616888"/>
            <a:chOff x="2164721" y="1365883"/>
            <a:chExt cx="4598421" cy="1890555"/>
          </a:xfrm>
        </p:grpSpPr>
        <p:cxnSp>
          <p:nvCxnSpPr>
            <p:cNvPr id="120" name="Google Shape;120;p10"/>
            <p:cNvCxnSpPr>
              <a:stCxn id="121" idx="2"/>
            </p:cNvCxnSpPr>
            <p:nvPr/>
          </p:nvCxnSpPr>
          <p:spPr>
            <a:xfrm>
              <a:off x="2699642" y="3175623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2" name="Google Shape;122;p10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3" name="Google Shape;123;p10"/>
            <p:cNvCxnSpPr>
              <a:endCxn id="122" idx="2"/>
            </p:cNvCxnSpPr>
            <p:nvPr/>
          </p:nvCxnSpPr>
          <p:spPr>
            <a:xfrm rot="10800000">
              <a:off x="6762341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4" name="Google Shape;124;p10"/>
            <p:cNvSpPr/>
            <p:nvPr/>
          </p:nvSpPr>
          <p:spPr>
            <a:xfrm rot="-5399453">
              <a:off x="1791865" y="1744138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21" name="Google Shape;121;p10"/>
            <p:cNvSpPr/>
            <p:nvPr/>
          </p:nvSpPr>
          <p:spPr>
            <a:xfrm rot="-5400570" flipH="1">
              <a:off x="1792271" y="1738633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125" name="Google Shape;125;p10"/>
            <p:cNvCxnSpPr>
              <a:stCxn id="124" idx="2"/>
              <a:endCxn id="122" idx="0"/>
            </p:cNvCxnSpPr>
            <p:nvPr/>
          </p:nvCxnSpPr>
          <p:spPr>
            <a:xfrm>
              <a:off x="2736435" y="137109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6" name="Google Shape;126;p10"/>
          <p:cNvCxnSpPr/>
          <p:nvPr/>
        </p:nvCxnSpPr>
        <p:spPr>
          <a:xfrm>
            <a:off x="5567313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10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41 - Couverture [2]">
  <p:cSld name="41 - Couverture [2]">
    <p:bg>
      <p:bgPr>
        <a:solidFill>
          <a:schemeClr val="dk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2717000" y="1879350"/>
            <a:ext cx="3635400" cy="77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Outfit Medium"/>
              <a:buNone/>
              <a:defRPr sz="2000" i="0" u="none" strike="noStrike" cap="none">
                <a:solidFill>
                  <a:schemeClr val="lt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38"/>
              </a:buClr>
              <a:buSzPts val="1400"/>
              <a:buNone/>
              <a:def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31" name="Google Shape;131;p11"/>
          <p:cNvSpPr txBox="1">
            <a:spLocks noGrp="1"/>
          </p:cNvSpPr>
          <p:nvPr>
            <p:ph type="subTitle" idx="1"/>
          </p:nvPr>
        </p:nvSpPr>
        <p:spPr>
          <a:xfrm>
            <a:off x="2717000" y="2590325"/>
            <a:ext cx="36354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Outfit Light"/>
              <a:buNone/>
              <a:defRPr sz="1300" i="0" u="none" strike="noStrike" cap="none">
                <a:solidFill>
                  <a:schemeClr val="lt1"/>
                </a:solidFill>
                <a:latin typeface="Outfit Light"/>
                <a:ea typeface="Outfit Light"/>
                <a:cs typeface="Outfit Light"/>
                <a:sym typeface="Outfit Light"/>
              </a:defRPr>
            </a:lvl9pPr>
          </a:lstStyle>
          <a:p>
            <a:endParaRPr/>
          </a:p>
        </p:txBody>
      </p:sp>
      <p:sp>
        <p:nvSpPr>
          <p:cNvPr id="132" name="Google Shape;132;p11"/>
          <p:cNvSpPr/>
          <p:nvPr/>
        </p:nvSpPr>
        <p:spPr>
          <a:xfrm>
            <a:off x="3988625" y="36184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1"/>
          <p:cNvGrpSpPr/>
          <p:nvPr/>
        </p:nvGrpSpPr>
        <p:grpSpPr>
          <a:xfrm>
            <a:off x="2164723" y="1336860"/>
            <a:ext cx="4598402" cy="1873225"/>
            <a:chOff x="2164723" y="1336860"/>
            <a:chExt cx="4598402" cy="1873225"/>
          </a:xfrm>
        </p:grpSpPr>
        <p:cxnSp>
          <p:nvCxnSpPr>
            <p:cNvPr id="134" name="Google Shape;134;p11"/>
            <p:cNvCxnSpPr/>
            <p:nvPr/>
          </p:nvCxnSpPr>
          <p:spPr>
            <a:xfrm>
              <a:off x="3064700" y="3175550"/>
              <a:ext cx="36981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" name="Google Shape;135;p11"/>
            <p:cNvSpPr/>
            <p:nvPr/>
          </p:nvSpPr>
          <p:spPr>
            <a:xfrm>
              <a:off x="4924425" y="1371385"/>
              <a:ext cx="1838700" cy="17955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6" name="Google Shape;136;p11"/>
            <p:cNvCxnSpPr>
              <a:endCxn id="135" idx="2"/>
            </p:cNvCxnSpPr>
            <p:nvPr/>
          </p:nvCxnSpPr>
          <p:spPr>
            <a:xfrm rot="10800000">
              <a:off x="6761983" y="2313858"/>
              <a:ext cx="0" cy="8616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1"/>
            <p:cNvSpPr/>
            <p:nvPr/>
          </p:nvSpPr>
          <p:spPr>
            <a:xfrm rot="-5399439">
              <a:off x="2143273" y="1392985"/>
              <a:ext cx="1838700" cy="17955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/>
            <p:nvPr/>
          </p:nvSpPr>
          <p:spPr>
            <a:xfrm rot="-5400561" flipH="1">
              <a:off x="2143273" y="1358460"/>
              <a:ext cx="1838700" cy="17955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39" name="Google Shape;139;p11"/>
            <p:cNvCxnSpPr>
              <a:stCxn id="137" idx="2"/>
              <a:endCxn id="135" idx="0"/>
            </p:cNvCxnSpPr>
            <p:nvPr/>
          </p:nvCxnSpPr>
          <p:spPr>
            <a:xfrm>
              <a:off x="3065855" y="1371390"/>
              <a:ext cx="27888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0" name="Google Shape;140;p11"/>
          <p:cNvSpPr txBox="1"/>
          <p:nvPr/>
        </p:nvSpPr>
        <p:spPr>
          <a:xfrm rot="-5400000">
            <a:off x="8220930" y="42300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1" name="Google Shape;141;p11"/>
          <p:cNvGrpSpPr/>
          <p:nvPr/>
        </p:nvGrpSpPr>
        <p:grpSpPr>
          <a:xfrm>
            <a:off x="276291" y="292119"/>
            <a:ext cx="345989" cy="338615"/>
            <a:chOff x="6838242" y="518225"/>
            <a:chExt cx="1247708" cy="1221114"/>
          </a:xfrm>
        </p:grpSpPr>
        <p:sp>
          <p:nvSpPr>
            <p:cNvPr id="142" name="Google Shape;142;p1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" name="Google Shape;145;p11"/>
          <p:cNvSpPr txBox="1"/>
          <p:nvPr/>
        </p:nvSpPr>
        <p:spPr>
          <a:xfrm>
            <a:off x="182043" y="472785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DIGITAL THINKERS &amp; DOERS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46" name="Google Shape;146;p11"/>
          <p:cNvSpPr txBox="1"/>
          <p:nvPr/>
        </p:nvSpPr>
        <p:spPr>
          <a:xfrm>
            <a:off x="6997200" y="215900"/>
            <a:ext cx="196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FFFFFF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TECHNOLOGY  I  PART OF ACCENTURE</a:t>
            </a:r>
            <a:endParaRPr sz="600" i="0" u="none" strike="noStrike" cap="none">
              <a:solidFill>
                <a:srgbClr val="FFFFFF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47" name="Google Shape;147;p11"/>
          <p:cNvGrpSpPr/>
          <p:nvPr/>
        </p:nvGrpSpPr>
        <p:grpSpPr>
          <a:xfrm rot="10800000">
            <a:off x="4572194" y="3152774"/>
            <a:ext cx="2605006" cy="616751"/>
            <a:chOff x="2164721" y="1366095"/>
            <a:chExt cx="4598421" cy="1890134"/>
          </a:xfrm>
        </p:grpSpPr>
        <p:cxnSp>
          <p:nvCxnSpPr>
            <p:cNvPr id="148" name="Google Shape;148;p11"/>
            <p:cNvCxnSpPr>
              <a:stCxn id="149" idx="2"/>
            </p:cNvCxnSpPr>
            <p:nvPr/>
          </p:nvCxnSpPr>
          <p:spPr>
            <a:xfrm>
              <a:off x="2699643" y="3175685"/>
              <a:ext cx="40635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0" name="Google Shape;150;p11"/>
            <p:cNvSpPr/>
            <p:nvPr/>
          </p:nvSpPr>
          <p:spPr>
            <a:xfrm>
              <a:off x="5870124" y="1371373"/>
              <a:ext cx="892800" cy="14763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1" name="Google Shape;151;p11"/>
            <p:cNvCxnSpPr>
              <a:endCxn id="150" idx="2"/>
            </p:cNvCxnSpPr>
            <p:nvPr/>
          </p:nvCxnSpPr>
          <p:spPr>
            <a:xfrm rot="10800000">
              <a:off x="6762342" y="2147223"/>
              <a:ext cx="0" cy="10287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2" name="Google Shape;152;p11"/>
            <p:cNvSpPr/>
            <p:nvPr/>
          </p:nvSpPr>
          <p:spPr>
            <a:xfrm rot="-5399453">
              <a:off x="1791865" y="1744079"/>
              <a:ext cx="1885200" cy="11391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1"/>
            <p:cNvSpPr/>
            <p:nvPr/>
          </p:nvSpPr>
          <p:spPr>
            <a:xfrm rot="-5400570" flipH="1">
              <a:off x="1792271" y="1738695"/>
              <a:ext cx="1809600" cy="10644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53" name="Google Shape;153;p11"/>
            <p:cNvCxnSpPr>
              <a:stCxn id="152" idx="2"/>
              <a:endCxn id="150" idx="0"/>
            </p:cNvCxnSpPr>
            <p:nvPr/>
          </p:nvCxnSpPr>
          <p:spPr>
            <a:xfrm>
              <a:off x="2736435" y="1371034"/>
              <a:ext cx="3585300" cy="3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54" name="Google Shape;154;p11"/>
          <p:cNvCxnSpPr/>
          <p:nvPr/>
        </p:nvCxnSpPr>
        <p:spPr>
          <a:xfrm>
            <a:off x="5575700" y="3411150"/>
            <a:ext cx="0" cy="9420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11"/>
          <p:cNvSpPr txBox="1">
            <a:spLocks noGrp="1"/>
          </p:cNvSpPr>
          <p:nvPr>
            <p:ph type="title" idx="2"/>
          </p:nvPr>
        </p:nvSpPr>
        <p:spPr>
          <a:xfrm>
            <a:off x="4707450" y="3303350"/>
            <a:ext cx="7320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title" idx="3"/>
          </p:nvPr>
        </p:nvSpPr>
        <p:spPr>
          <a:xfrm>
            <a:off x="5695200" y="3303350"/>
            <a:ext cx="14052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Outfit SemiBold"/>
              <a:buNone/>
              <a:defRPr sz="1000" i="0" u="none" strike="noStrike" cap="none">
                <a:solidFill>
                  <a:schemeClr val="lt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 SemiBold"/>
              <a:buNone/>
              <a:defRPr sz="1000" i="0" u="none" strike="noStrike" cap="none">
                <a:solidFill>
                  <a:srgbClr val="000000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"/>
          <p:cNvSpPr/>
          <p:nvPr/>
        </p:nvSpPr>
        <p:spPr>
          <a:xfrm rot="5400000" flipH="1">
            <a:off x="1344924" y="364825"/>
            <a:ext cx="433200" cy="453000"/>
          </a:xfrm>
          <a:prstGeom prst="round2SameRect">
            <a:avLst>
              <a:gd name="adj1" fmla="val 50000"/>
              <a:gd name="adj2" fmla="val 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159" name="Google Shape;159;p12"/>
          <p:cNvSpPr/>
          <p:nvPr/>
        </p:nvSpPr>
        <p:spPr>
          <a:xfrm flipH="1">
            <a:off x="830825" y="817575"/>
            <a:ext cx="3663300" cy="3816300"/>
          </a:xfrm>
          <a:prstGeom prst="round2DiagRect">
            <a:avLst>
              <a:gd name="adj1" fmla="val 16667"/>
              <a:gd name="adj2" fmla="val 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2"/>
          <p:cNvSpPr txBox="1">
            <a:spLocks noGrp="1"/>
          </p:cNvSpPr>
          <p:nvPr>
            <p:ph type="body" idx="1"/>
          </p:nvPr>
        </p:nvSpPr>
        <p:spPr>
          <a:xfrm>
            <a:off x="841248" y="374650"/>
            <a:ext cx="499500" cy="4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๏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&gt;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+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o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utfit"/>
              <a:buChar char="■"/>
              <a:defRPr sz="14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61" name="Google Shape;161;p12"/>
          <p:cNvSpPr txBox="1">
            <a:spLocks noGrp="1"/>
          </p:cNvSpPr>
          <p:nvPr>
            <p:ph type="title"/>
          </p:nvPr>
        </p:nvSpPr>
        <p:spPr>
          <a:xfrm>
            <a:off x="4699800" y="2685200"/>
            <a:ext cx="41643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utfit SemiBold"/>
              <a:buNone/>
              <a:defRPr sz="2400" i="0" u="none" strike="noStrike" cap="none">
                <a:solidFill>
                  <a:schemeClr val="dk1"/>
                </a:solidFill>
                <a:latin typeface="Outfit SemiBold"/>
                <a:ea typeface="Outfit SemiBold"/>
                <a:cs typeface="Outfit SemiBold"/>
                <a:sym typeface="Outfit SemiBold"/>
              </a:defRPr>
            </a:lvl9pPr>
          </a:lstStyle>
          <a:p>
            <a:endParaRPr/>
          </a:p>
        </p:txBody>
      </p:sp>
      <p:sp>
        <p:nvSpPr>
          <p:cNvPr id="162" name="Google Shape;162;p12"/>
          <p:cNvSpPr txBox="1"/>
          <p:nvPr/>
        </p:nvSpPr>
        <p:spPr>
          <a:xfrm>
            <a:off x="84600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63" name="Google Shape;163;p12"/>
          <p:cNvCxnSpPr>
            <a:stCxn id="164" idx="2"/>
          </p:cNvCxnSpPr>
          <p:nvPr/>
        </p:nvCxnSpPr>
        <p:spPr>
          <a:xfrm>
            <a:off x="86768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2"/>
          <p:cNvSpPr/>
          <p:nvPr/>
        </p:nvSpPr>
        <p:spPr>
          <a:xfrm>
            <a:off x="86635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6" name="Google Shape;166;p12"/>
          <p:cNvCxnSpPr>
            <a:endCxn id="165" idx="2"/>
          </p:cNvCxnSpPr>
          <p:nvPr/>
        </p:nvCxnSpPr>
        <p:spPr>
          <a:xfrm rot="10800000">
            <a:off x="88641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7" name="Google Shape;167;p12"/>
          <p:cNvSpPr/>
          <p:nvPr/>
        </p:nvSpPr>
        <p:spPr>
          <a:xfrm rot="-5400000">
            <a:off x="85760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64" name="Google Shape;164;p12"/>
          <p:cNvSpPr/>
          <p:nvPr/>
        </p:nvSpPr>
        <p:spPr>
          <a:xfrm rot="-5400000" flipH="1">
            <a:off x="85760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8" name="Google Shape;168;p12"/>
          <p:cNvCxnSpPr>
            <a:stCxn id="167" idx="2"/>
            <a:endCxn id="165" idx="0"/>
          </p:cNvCxnSpPr>
          <p:nvPr/>
        </p:nvCxnSpPr>
        <p:spPr>
          <a:xfrm>
            <a:off x="86767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9" name="Google Shape;169;p12"/>
          <p:cNvSpPr/>
          <p:nvPr/>
        </p:nvSpPr>
        <p:spPr>
          <a:xfrm>
            <a:off x="497875" y="564900"/>
            <a:ext cx="136800" cy="1368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0" name="Google Shape;170;p12"/>
          <p:cNvSpPr txBox="1"/>
          <p:nvPr/>
        </p:nvSpPr>
        <p:spPr>
          <a:xfrm rot="-5400000">
            <a:off x="-309195" y="4233200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Century Gothic"/>
              <a:buNone/>
            </a:pPr>
            <a:r>
              <a:rPr lang="en-US" sz="600">
                <a:solidFill>
                  <a:srgbClr val="0E2356"/>
                </a:solidFill>
                <a:latin typeface="Outfit Medium"/>
                <a:ea typeface="Outfit Medium"/>
                <a:cs typeface="Outfit Medium"/>
                <a:sym typeface="Outfit Medium"/>
              </a:rPr>
              <a:t>THERE IS A BETTER WAY</a:t>
            </a:r>
            <a:endParaRPr sz="60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171" name="Google Shape;171;p12"/>
          <p:cNvSpPr txBox="1"/>
          <p:nvPr/>
        </p:nvSpPr>
        <p:spPr>
          <a:xfrm>
            <a:off x="2262425" y="2048400"/>
            <a:ext cx="8001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r>
              <a:rPr lang="en-US"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rPr>
              <a:t>ici mettre une Photo</a:t>
            </a:r>
            <a:endParaRPr sz="1400" b="0" i="0" u="none" strike="noStrike" cap="none">
              <a:solidFill>
                <a:srgbClr val="FF433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72" name="Google Shape;172;p12"/>
          <p:cNvSpPr/>
          <p:nvPr/>
        </p:nvSpPr>
        <p:spPr>
          <a:xfrm flipH="1">
            <a:off x="841248" y="374725"/>
            <a:ext cx="499500" cy="433200"/>
          </a:xfrm>
          <a:prstGeom prst="round1Rect">
            <a:avLst>
              <a:gd name="adj" fmla="val 50000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700" b="1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173" name="Google Shape;173;p12"/>
          <p:cNvGrpSpPr/>
          <p:nvPr/>
        </p:nvGrpSpPr>
        <p:grpSpPr>
          <a:xfrm>
            <a:off x="1450811" y="508105"/>
            <a:ext cx="170063" cy="166438"/>
            <a:chOff x="6838242" y="518225"/>
            <a:chExt cx="1247708" cy="1221114"/>
          </a:xfrm>
        </p:grpSpPr>
        <p:sp>
          <p:nvSpPr>
            <p:cNvPr id="174" name="Google Shape;174;p12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5" name="Google Shape;175;p12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76" name="Google Shape;176;p12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oogle Shape;178;p13"/>
          <p:cNvGrpSpPr/>
          <p:nvPr/>
        </p:nvGrpSpPr>
        <p:grpSpPr>
          <a:xfrm>
            <a:off x="290068" y="235357"/>
            <a:ext cx="345989" cy="338615"/>
            <a:chOff x="6838242" y="518225"/>
            <a:chExt cx="1247708" cy="1221114"/>
          </a:xfrm>
        </p:grpSpPr>
        <p:sp>
          <p:nvSpPr>
            <p:cNvPr id="179" name="Google Shape;179;p13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pic>
        <p:nvPicPr>
          <p:cNvPr id="182" name="Google Shape;18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36975" y="3307206"/>
            <a:ext cx="1670077" cy="8290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3"/>
          <p:cNvPicPr preferRelativeResize="0"/>
          <p:nvPr/>
        </p:nvPicPr>
        <p:blipFill rotWithShape="1">
          <a:blip r:embed="rId3">
            <a:alphaModFix/>
          </a:blip>
          <a:srcRect l="17993" t="18848" r="18089" b="13862"/>
          <a:stretch/>
        </p:blipFill>
        <p:spPr>
          <a:xfrm>
            <a:off x="3589050" y="1007225"/>
            <a:ext cx="1965925" cy="206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0 - Titre et visuel">
  <p:cSld name="60 - Titre et visuel">
    <p:bg>
      <p:bgPr>
        <a:solidFill>
          <a:schemeClr val="lt1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4"/>
          <p:cNvSpPr txBox="1">
            <a:spLocks noGrp="1"/>
          </p:cNvSpPr>
          <p:nvPr>
            <p:ph type="title"/>
          </p:nvPr>
        </p:nvSpPr>
        <p:spPr>
          <a:xfrm>
            <a:off x="562550" y="382375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88" name="Google Shape;188;p14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89" name="Google Shape;189;p14"/>
          <p:cNvCxnSpPr>
            <a:stCxn id="190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14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2" name="Google Shape;192;p14"/>
          <p:cNvCxnSpPr>
            <a:endCxn id="191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" name="Google Shape;193;p14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90" name="Google Shape;190;p14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94" name="Google Shape;194;p14"/>
          <p:cNvCxnSpPr>
            <a:stCxn id="193" idx="2"/>
            <a:endCxn id="191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5" name="Google Shape;195;p14"/>
          <p:cNvSpPr>
            <a:spLocks noGrp="1"/>
          </p:cNvSpPr>
          <p:nvPr>
            <p:ph type="pic" idx="2"/>
          </p:nvPr>
        </p:nvSpPr>
        <p:spPr>
          <a:xfrm>
            <a:off x="528800" y="732450"/>
            <a:ext cx="8019000" cy="41316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p14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1 - Titre, sous-titre et visuel">
  <p:cSld name="61 - Titre, sous-titre et visuel">
    <p:bg>
      <p:bgPr>
        <a:solidFill>
          <a:schemeClr val="lt1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5"/>
          <p:cNvSpPr/>
          <p:nvPr/>
        </p:nvSpPr>
        <p:spPr>
          <a:xfrm>
            <a:off x="213475" y="208900"/>
            <a:ext cx="8715600" cy="4728600"/>
          </a:xfrm>
          <a:prstGeom prst="roundRect">
            <a:avLst>
              <a:gd name="adj" fmla="val 161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5"/>
          <p:cNvSpPr txBox="1"/>
          <p:nvPr/>
        </p:nvSpPr>
        <p:spPr>
          <a:xfrm rot="-5400000">
            <a:off x="8770600" y="245890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dk1"/>
                </a:solidFill>
                <a:latin typeface="Outfit Light"/>
                <a:ea typeface="Outfit Light"/>
                <a:cs typeface="Outfit Light"/>
                <a:sym typeface="Outfit Light"/>
              </a:rPr>
              <a:t>‹#›</a:t>
            </a:fld>
            <a:endParaRPr sz="800" b="0" i="0" u="none" strike="noStrike" cap="none">
              <a:solidFill>
                <a:schemeClr val="dk1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201" name="Google Shape;201;p15"/>
          <p:cNvSpPr txBox="1"/>
          <p:nvPr/>
        </p:nvSpPr>
        <p:spPr>
          <a:xfrm rot="-5400000">
            <a:off x="-514095" y="2533275"/>
            <a:ext cx="1236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65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There is a better way</a:t>
            </a:r>
            <a:endParaRPr sz="65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2" name="Google Shape;202;p1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Outfit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OCTO Part of Accenture © 2023- All rights reserved</a:t>
            </a:r>
            <a:endParaRPr sz="6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03" name="Google Shape;203;p15"/>
          <p:cNvSpPr txBox="1">
            <a:spLocks noGrp="1"/>
          </p:cNvSpPr>
          <p:nvPr>
            <p:ph type="title"/>
          </p:nvPr>
        </p:nvSpPr>
        <p:spPr>
          <a:xfrm>
            <a:off x="574050" y="361400"/>
            <a:ext cx="80079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1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4" name="Google Shape;204;p15"/>
          <p:cNvSpPr txBox="1">
            <a:spLocks noGrp="1"/>
          </p:cNvSpPr>
          <p:nvPr>
            <p:ph type="subTitle" idx="1"/>
          </p:nvPr>
        </p:nvSpPr>
        <p:spPr>
          <a:xfrm>
            <a:off x="557250" y="830200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05" name="Google Shape;205;p15"/>
          <p:cNvSpPr>
            <a:spLocks noGrp="1"/>
          </p:cNvSpPr>
          <p:nvPr>
            <p:ph type="pic" idx="2"/>
          </p:nvPr>
        </p:nvSpPr>
        <p:spPr>
          <a:xfrm>
            <a:off x="545225" y="1257950"/>
            <a:ext cx="8041500" cy="36066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15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2 - Visuel seul">
  <p:cSld name="62 - Visuel seul">
    <p:bg>
      <p:bgPr>
        <a:solidFill>
          <a:schemeClr val="lt1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7149" y="52400"/>
            <a:ext cx="156325" cy="15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6"/>
          <p:cNvSpPr>
            <a:spLocks noGrp="1"/>
          </p:cNvSpPr>
          <p:nvPr>
            <p:ph type="pic" idx="2"/>
          </p:nvPr>
        </p:nvSpPr>
        <p:spPr>
          <a:xfrm>
            <a:off x="3275" y="-2300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0" name="Google Shape;210;p16"/>
          <p:cNvSpPr/>
          <p:nvPr/>
        </p:nvSpPr>
        <p:spPr>
          <a:xfrm>
            <a:off x="6650525" y="0"/>
            <a:ext cx="2493600" cy="6471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Ne pas utiliser, merci de changer de mise en page car plus actuel avec le nouveau template </a:t>
            </a:r>
            <a:endParaRPr sz="1100" b="1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3 - Titre, contenu et visuel à droite - cadre blanc">
  <p:cSld name="63 - Titre, contenu et visuel à droite - cadre blanc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oogle Shape;212;p17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13" name="Google Shape;213;p17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4" name="Google Shape;214;p17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15" name="Google Shape;215;p17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16" name="Google Shape;216;p17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7" name="Google Shape;217;p17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18" name="Google Shape;218;p17"/>
            <p:cNvCxnSpPr>
              <a:stCxn id="21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0" name="Google Shape;220;p17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1" name="Google Shape;221;p17"/>
            <p:cNvCxnSpPr>
              <a:endCxn id="22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22" name="Google Shape;222;p17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19" name="Google Shape;219;p17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23" name="Google Shape;223;p17"/>
            <p:cNvCxnSpPr>
              <a:stCxn id="222" idx="2"/>
              <a:endCxn id="22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4" name="Google Shape;224;p17"/>
          <p:cNvSpPr txBox="1">
            <a:spLocks noGrp="1"/>
          </p:cNvSpPr>
          <p:nvPr>
            <p:ph type="body" idx="1"/>
          </p:nvPr>
        </p:nvSpPr>
        <p:spPr>
          <a:xfrm>
            <a:off x="562825" y="817275"/>
            <a:ext cx="53055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25" name="Google Shape;225;p17"/>
          <p:cNvSpPr txBox="1">
            <a:spLocks noGrp="1"/>
          </p:cNvSpPr>
          <p:nvPr>
            <p:ph type="title"/>
          </p:nvPr>
        </p:nvSpPr>
        <p:spPr>
          <a:xfrm>
            <a:off x="562825" y="357529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26" name="Google Shape;226;p17"/>
          <p:cNvGrpSpPr/>
          <p:nvPr/>
        </p:nvGrpSpPr>
        <p:grpSpPr>
          <a:xfrm>
            <a:off x="364209" y="292130"/>
            <a:ext cx="82155" cy="82230"/>
            <a:chOff x="7483200" y="518225"/>
            <a:chExt cx="602750" cy="603300"/>
          </a:xfrm>
        </p:grpSpPr>
        <p:sp>
          <p:nvSpPr>
            <p:cNvPr id="227" name="Google Shape;227;p17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28" name="Google Shape;228;p17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29" name="Google Shape;229;p17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4 - Titre, sous-titre, contenu et visuel à droite - cadre blanc">
  <p:cSld name="64 - Titre, sous-titre, contenu et visuel à droite - cadre blanc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18"/>
          <p:cNvGrpSpPr/>
          <p:nvPr/>
        </p:nvGrpSpPr>
        <p:grpSpPr>
          <a:xfrm>
            <a:off x="6270019" y="304800"/>
            <a:ext cx="2593200" cy="3705000"/>
            <a:chOff x="6270019" y="304800"/>
            <a:chExt cx="2593200" cy="3705000"/>
          </a:xfrm>
        </p:grpSpPr>
        <p:sp>
          <p:nvSpPr>
            <p:cNvPr id="232" name="Google Shape;232;p18"/>
            <p:cNvSpPr/>
            <p:nvPr/>
          </p:nvSpPr>
          <p:spPr>
            <a:xfrm>
              <a:off x="6270019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33" name="Google Shape;233;p18"/>
            <p:cNvSpPr txBox="1"/>
            <p:nvPr/>
          </p:nvSpPr>
          <p:spPr>
            <a:xfrm>
              <a:off x="7110475" y="1593700"/>
              <a:ext cx="800100" cy="104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234" name="Google Shape;234;p18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cxnSp>
          <p:nvCxnSpPr>
            <p:cNvPr id="235" name="Google Shape;235;p18"/>
            <p:cNvCxnSpPr>
              <a:stCxn id="236" idx="2"/>
              <a:endCxn id="237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238" name="Google Shape;238;p18"/>
            <p:cNvGrpSpPr/>
            <p:nvPr/>
          </p:nvGrpSpPr>
          <p:grpSpPr>
            <a:xfrm>
              <a:off x="276303" y="295049"/>
              <a:ext cx="8682472" cy="4585476"/>
              <a:chOff x="276303" y="295049"/>
              <a:chExt cx="8682472" cy="4585476"/>
            </a:xfrm>
          </p:grpSpPr>
          <p:sp>
            <p:nvSpPr>
              <p:cNvPr id="239" name="Google Shape;239;p18"/>
              <p:cNvSpPr/>
              <p:nvPr/>
            </p:nvSpPr>
            <p:spPr>
              <a:xfrm>
                <a:off x="276303" y="295049"/>
                <a:ext cx="163500" cy="1635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0" name="Google Shape;240;p18"/>
              <p:cNvSpPr txBox="1"/>
              <p:nvPr/>
            </p:nvSpPr>
            <p:spPr>
              <a:xfrm>
                <a:off x="8459275" y="4651925"/>
                <a:ext cx="499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Outfit"/>
                  <a:buNone/>
                </a:pPr>
                <a:r>
                  <a:rPr lang="en-US" sz="800" b="0" i="0" u="none" strike="noStrike" cap="none">
                    <a:solidFill>
                      <a:srgbClr val="00D2DD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.</a:t>
                </a:r>
                <a:fld id="{00000000-1234-1234-1234-123412341234}" type="slidenum">
                  <a:rPr lang="en-US" sz="800" b="0" i="0" u="none" strike="noStrike" cap="none">
                    <a:solidFill>
                      <a:srgbClr val="0E235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‹#›</a:t>
                </a:fld>
                <a:endParaRPr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  <p:cxnSp>
            <p:nvCxnSpPr>
              <p:cNvPr id="241" name="Google Shape;241;p18"/>
              <p:cNvCxnSpPr>
                <a:stCxn id="242" idx="2"/>
              </p:cNvCxnSpPr>
              <p:nvPr/>
            </p:nvCxnSpPr>
            <p:spPr>
              <a:xfrm>
                <a:off x="8676034" y="4864644"/>
                <a:ext cx="191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7" name="Google Shape;237;p18"/>
              <p:cNvSpPr/>
              <p:nvPr/>
            </p:nvSpPr>
            <p:spPr>
              <a:xfrm>
                <a:off x="8662728" y="4667715"/>
                <a:ext cx="200700" cy="196200"/>
              </a:xfrm>
              <a:prstGeom prst="arc">
                <a:avLst>
                  <a:gd name="adj1" fmla="val 16241889"/>
                  <a:gd name="adj2" fmla="val 167312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cxnSp>
            <p:nvCxnSpPr>
              <p:cNvPr id="243" name="Google Shape;243;p18"/>
              <p:cNvCxnSpPr>
                <a:endCxn id="237" idx="2"/>
              </p:cNvCxnSpPr>
              <p:nvPr/>
            </p:nvCxnSpPr>
            <p:spPr>
              <a:xfrm rot="10800000">
                <a:off x="8863304" y="4770697"/>
                <a:ext cx="0" cy="9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sp>
            <p:nvSpPr>
              <p:cNvPr id="236" name="Google Shape;236;p18"/>
              <p:cNvSpPr/>
              <p:nvPr/>
            </p:nvSpPr>
            <p:spPr>
              <a:xfrm rot="-5400000">
                <a:off x="8575218" y="4670051"/>
                <a:ext cx="200700" cy="196200"/>
              </a:xfrm>
              <a:prstGeom prst="arc">
                <a:avLst>
                  <a:gd name="adj1" fmla="val 16241889"/>
                  <a:gd name="adj2" fmla="val 11524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42" name="Google Shape;242;p18"/>
              <p:cNvSpPr/>
              <p:nvPr/>
            </p:nvSpPr>
            <p:spPr>
              <a:xfrm rot="-5400000" flipH="1">
                <a:off x="8575218" y="4666195"/>
                <a:ext cx="200700" cy="196200"/>
              </a:xfrm>
              <a:prstGeom prst="arc">
                <a:avLst>
                  <a:gd name="adj1" fmla="val 16241889"/>
                  <a:gd name="adj2" fmla="val 15973"/>
                </a:avLst>
              </a:prstGeom>
              <a:noFill/>
              <a:ln w="9525" cap="flat" cmpd="sng">
                <a:solidFill>
                  <a:srgbClr val="0E235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</p:grpSp>
      <p:sp>
        <p:nvSpPr>
          <p:cNvPr id="244" name="Google Shape;244;p18"/>
          <p:cNvSpPr txBox="1">
            <a:spLocks noGrp="1"/>
          </p:cNvSpPr>
          <p:nvPr>
            <p:ph type="body" idx="1"/>
          </p:nvPr>
        </p:nvSpPr>
        <p:spPr>
          <a:xfrm>
            <a:off x="562800" y="1273200"/>
            <a:ext cx="5305500" cy="3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0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5" name="Google Shape;245;p18"/>
          <p:cNvSpPr txBox="1">
            <a:spLocks noGrp="1"/>
          </p:cNvSpPr>
          <p:nvPr>
            <p:ph type="subTitle" idx="2"/>
          </p:nvPr>
        </p:nvSpPr>
        <p:spPr>
          <a:xfrm>
            <a:off x="571015" y="778000"/>
            <a:ext cx="53055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46" name="Google Shape;246;p18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5305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47" name="Google Shape;247;p18"/>
          <p:cNvGrpSpPr/>
          <p:nvPr/>
        </p:nvGrpSpPr>
        <p:grpSpPr>
          <a:xfrm>
            <a:off x="276301" y="295049"/>
            <a:ext cx="163560" cy="163519"/>
            <a:chOff x="6838242" y="539639"/>
            <a:chExt cx="1200000" cy="1199700"/>
          </a:xfrm>
        </p:grpSpPr>
        <p:sp>
          <p:nvSpPr>
            <p:cNvPr id="248" name="Google Shape;248;p18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49" name="Google Shape;249;p18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0" name="Google Shape;250;p18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51" name="Google Shape;251;p18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5 - Titre, contenu, visuel à droite et bloc conclu - cadre blanc">
  <p:cSld name="65 - Titre, contenu, visuel à droite et bloc conclu - cadre blanc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3" name="Google Shape;253;p19"/>
          <p:cNvGrpSpPr/>
          <p:nvPr/>
        </p:nvGrpSpPr>
        <p:grpSpPr>
          <a:xfrm rot="10800000">
            <a:off x="5754900" y="3471525"/>
            <a:ext cx="1392300" cy="1392300"/>
            <a:chOff x="7475475" y="301725"/>
            <a:chExt cx="1392300" cy="1392300"/>
          </a:xfrm>
        </p:grpSpPr>
        <p:sp>
          <p:nvSpPr>
            <p:cNvPr id="254" name="Google Shape;254;p19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55" name="Google Shape;255;p19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56" name="Google Shape;256;p19"/>
          <p:cNvSpPr/>
          <p:nvPr/>
        </p:nvSpPr>
        <p:spPr>
          <a:xfrm>
            <a:off x="6549661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57" name="Google Shape;257;p19"/>
          <p:cNvGrpSpPr/>
          <p:nvPr/>
        </p:nvGrpSpPr>
        <p:grpSpPr>
          <a:xfrm>
            <a:off x="276303" y="295049"/>
            <a:ext cx="8682472" cy="4585476"/>
            <a:chOff x="276303" y="295049"/>
            <a:chExt cx="8682472" cy="4585476"/>
          </a:xfrm>
        </p:grpSpPr>
        <p:sp>
          <p:nvSpPr>
            <p:cNvPr id="258" name="Google Shape;258;p19"/>
            <p:cNvSpPr/>
            <p:nvPr/>
          </p:nvSpPr>
          <p:spPr>
            <a:xfrm>
              <a:off x="276303" y="295049"/>
              <a:ext cx="163500" cy="1635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59" name="Google Shape;259;p19"/>
            <p:cNvCxnSpPr>
              <a:stCxn id="26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1" name="Google Shape;261;p19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2" name="Google Shape;262;p19"/>
            <p:cNvCxnSpPr>
              <a:endCxn id="26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3" name="Google Shape;263;p19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60" name="Google Shape;260;p19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64" name="Google Shape;264;p19"/>
            <p:cNvCxnSpPr>
              <a:stCxn id="263" idx="2"/>
              <a:endCxn id="26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5" name="Google Shape;265;p19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66" name="Google Shape;266;p19"/>
          <p:cNvSpPr txBox="1">
            <a:spLocks noGrp="1"/>
          </p:cNvSpPr>
          <p:nvPr>
            <p:ph type="body" idx="1"/>
          </p:nvPr>
        </p:nvSpPr>
        <p:spPr>
          <a:xfrm>
            <a:off x="562775" y="817275"/>
            <a:ext cx="4790400" cy="40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title"/>
          </p:nvPr>
        </p:nvSpPr>
        <p:spPr>
          <a:xfrm>
            <a:off x="562825" y="361375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body" idx="2"/>
          </p:nvPr>
        </p:nvSpPr>
        <p:spPr>
          <a:xfrm>
            <a:off x="6920978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69" name="Google Shape;269;p19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0" name="Google Shape;270;p19"/>
          <p:cNvSpPr/>
          <p:nvPr/>
        </p:nvSpPr>
        <p:spPr>
          <a:xfrm>
            <a:off x="417004" y="292130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364209" y="345001"/>
            <a:ext cx="29400" cy="29400"/>
          </a:xfrm>
          <a:prstGeom prst="ellipse">
            <a:avLst/>
          </a:prstGeom>
          <a:solidFill>
            <a:srgbClr val="00D2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72" name="Google Shape;272;p19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6 - Titre, sous-titre, contenu, visuel à droite et bloc conclu - cadre blanc">
  <p:cSld name="66 - Titre, sous-titre, contenu, visuel à droite et bloc conclu - cadre blanc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"/>
          <p:cNvSpPr txBox="1">
            <a:spLocks noGrp="1"/>
          </p:cNvSpPr>
          <p:nvPr>
            <p:ph type="body" idx="1"/>
          </p:nvPr>
        </p:nvSpPr>
        <p:spPr>
          <a:xfrm>
            <a:off x="562825" y="1267800"/>
            <a:ext cx="4790400" cy="35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subTitle" idx="2"/>
          </p:nvPr>
        </p:nvSpPr>
        <p:spPr>
          <a:xfrm>
            <a:off x="571015" y="777619"/>
            <a:ext cx="47904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title"/>
          </p:nvPr>
        </p:nvSpPr>
        <p:spPr>
          <a:xfrm>
            <a:off x="562825" y="367000"/>
            <a:ext cx="4790400" cy="3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77" name="Google Shape;277;p20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278" name="Google Shape;278;p20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279" name="Google Shape;279;p20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0" name="Google Shape;280;p20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281" name="Google Shape;281;p20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282" name="Google Shape;282;p20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283" name="Google Shape;283;p20"/>
            <p:cNvCxnSpPr>
              <a:stCxn id="28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5" name="Google Shape;285;p20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6" name="Google Shape;286;p20"/>
            <p:cNvCxnSpPr>
              <a:endCxn id="28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87" name="Google Shape;287;p20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84" name="Google Shape;284;p20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288" name="Google Shape;288;p20"/>
            <p:cNvCxnSpPr>
              <a:stCxn id="287" idx="2"/>
              <a:endCxn id="28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289" name="Google Shape;289;p20"/>
          <p:cNvGrpSpPr/>
          <p:nvPr/>
        </p:nvGrpSpPr>
        <p:grpSpPr>
          <a:xfrm rot="10800000">
            <a:off x="5754902" y="3471525"/>
            <a:ext cx="1392300" cy="1392300"/>
            <a:chOff x="7475475" y="301725"/>
            <a:chExt cx="1392300" cy="1392300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1" name="Google Shape;291;p20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292" name="Google Shape;292;p20"/>
          <p:cNvSpPr/>
          <p:nvPr/>
        </p:nvSpPr>
        <p:spPr>
          <a:xfrm>
            <a:off x="6543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293" name="Google Shape;293;p20"/>
          <p:cNvSpPr txBox="1">
            <a:spLocks noGrp="1"/>
          </p:cNvSpPr>
          <p:nvPr>
            <p:ph type="body" idx="3"/>
          </p:nvPr>
        </p:nvSpPr>
        <p:spPr>
          <a:xfrm>
            <a:off x="6920975" y="765250"/>
            <a:ext cx="16995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cxnSp>
        <p:nvCxnSpPr>
          <p:cNvPr id="294" name="Google Shape;294;p20"/>
          <p:cNvCxnSpPr/>
          <p:nvPr/>
        </p:nvCxnSpPr>
        <p:spPr>
          <a:xfrm>
            <a:off x="8867775" y="434100"/>
            <a:ext cx="0" cy="158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20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7 - Titre, contenu et visuel à gauche - cadre blanc">
  <p:cSld name="67 - Titre, contenu et visuel à gauche - cadre blanc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1"/>
          <p:cNvSpPr txBox="1">
            <a:spLocks noGrp="1"/>
          </p:cNvSpPr>
          <p:nvPr>
            <p:ph type="title"/>
          </p:nvPr>
        </p:nvSpPr>
        <p:spPr>
          <a:xfrm>
            <a:off x="3440825" y="359479"/>
            <a:ext cx="51366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298" name="Google Shape;298;p21"/>
          <p:cNvSpPr txBox="1">
            <a:spLocks noGrp="1"/>
          </p:cNvSpPr>
          <p:nvPr>
            <p:ph type="body" idx="1"/>
          </p:nvPr>
        </p:nvSpPr>
        <p:spPr>
          <a:xfrm>
            <a:off x="3440825" y="817275"/>
            <a:ext cx="5136600" cy="40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299" name="Google Shape;299;p21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00" name="Google Shape;300;p21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1" name="Google Shape;301;p21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02" name="Google Shape;302;p21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03" name="Google Shape;303;p21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04" name="Google Shape;304;p21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5" name="Google Shape;305;p21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06" name="Google Shape;306;p21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07" name="Google Shape;307;p21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08" name="Google Shape;308;p21"/>
            <p:cNvCxnSpPr>
              <a:stCxn id="309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0" name="Google Shape;310;p21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1" name="Google Shape;311;p21"/>
            <p:cNvCxnSpPr>
              <a:endCxn id="310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2" name="Google Shape;312;p21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p21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13" name="Google Shape;313;p21"/>
            <p:cNvCxnSpPr>
              <a:stCxn id="312" idx="2"/>
              <a:endCxn id="310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14" name="Google Shape;314;p2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8 - Titre, sous-titre, contenu et visuel à gauche - cadre blanc">
  <p:cSld name="68 - Titre, sous-titre, contenu et visuel à gauche - cadre blanc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2"/>
          <p:cNvSpPr/>
          <p:nvPr/>
        </p:nvSpPr>
        <p:spPr>
          <a:xfrm rot="5400000" flipH="1">
            <a:off x="4143250" y="131125"/>
            <a:ext cx="4709400" cy="4865400"/>
          </a:xfrm>
          <a:prstGeom prst="round2SameRect">
            <a:avLst>
              <a:gd name="adj1" fmla="val 1367"/>
              <a:gd name="adj2" fmla="val 0"/>
            </a:avLst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17" name="Google Shape;317;p22"/>
          <p:cNvSpPr txBox="1">
            <a:spLocks noGrp="1"/>
          </p:cNvSpPr>
          <p:nvPr>
            <p:ph type="subTitle" idx="1"/>
          </p:nvPr>
        </p:nvSpPr>
        <p:spPr>
          <a:xfrm>
            <a:off x="3442450" y="779144"/>
            <a:ext cx="51393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8" name="Google Shape;318;p22"/>
          <p:cNvSpPr txBox="1">
            <a:spLocks noGrp="1"/>
          </p:cNvSpPr>
          <p:nvPr>
            <p:ph type="body" idx="2"/>
          </p:nvPr>
        </p:nvSpPr>
        <p:spPr>
          <a:xfrm>
            <a:off x="3438150" y="1271025"/>
            <a:ext cx="5139300" cy="3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19" name="Google Shape;319;p22"/>
          <p:cNvSpPr txBox="1">
            <a:spLocks noGrp="1"/>
          </p:cNvSpPr>
          <p:nvPr>
            <p:ph type="title"/>
          </p:nvPr>
        </p:nvSpPr>
        <p:spPr>
          <a:xfrm>
            <a:off x="3438150" y="358969"/>
            <a:ext cx="51393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20" name="Google Shape;320;p22"/>
          <p:cNvGrpSpPr/>
          <p:nvPr/>
        </p:nvGrpSpPr>
        <p:grpSpPr>
          <a:xfrm>
            <a:off x="571494" y="306825"/>
            <a:ext cx="2593200" cy="3705000"/>
            <a:chOff x="-2696606" y="304800"/>
            <a:chExt cx="2593200" cy="3705000"/>
          </a:xfrm>
        </p:grpSpPr>
        <p:sp>
          <p:nvSpPr>
            <p:cNvPr id="321" name="Google Shape;321;p22"/>
            <p:cNvSpPr/>
            <p:nvPr/>
          </p:nvSpPr>
          <p:spPr>
            <a:xfrm>
              <a:off x="-2696606" y="304800"/>
              <a:ext cx="2593200" cy="370500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-1856150" y="159370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24" name="Google Shape;324;p22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25" name="Google Shape;325;p22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6" name="Google Shape;326;p22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27" name="Google Shape;327;p22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28" name="Google Shape;328;p22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29" name="Google Shape;329;p22"/>
            <p:cNvCxnSpPr>
              <a:stCxn id="330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1" name="Google Shape;331;p22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2" name="Google Shape;332;p22"/>
            <p:cNvCxnSpPr>
              <a:endCxn id="331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33" name="Google Shape;333;p22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p22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34" name="Google Shape;334;p22"/>
            <p:cNvCxnSpPr>
              <a:stCxn id="333" idx="2"/>
              <a:endCxn id="331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35" name="Google Shape;335;p22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69 - Titre, contenu, visuel à gauche et bloc conclu - cadre blanc">
  <p:cSld name="69 - Titre, contenu, visuel à gauche et bloc conclu - cadre blanc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7" name="Google Shape;337;p23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38" name="Google Shape;338;p23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39" name="Google Shape;339;p23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p23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p23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2" name="Google Shape;342;p23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43" name="Google Shape;343;p23"/>
            <p:cNvCxnSpPr>
              <a:stCxn id="344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5" name="Google Shape;345;p23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6" name="Google Shape;346;p23"/>
            <p:cNvCxnSpPr>
              <a:endCxn id="345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47" name="Google Shape;347;p23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44" name="Google Shape;344;p23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48" name="Google Shape;348;p23"/>
            <p:cNvCxnSpPr>
              <a:stCxn id="347" idx="2"/>
              <a:endCxn id="345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49" name="Google Shape;349;p23"/>
          <p:cNvSpPr txBox="1">
            <a:spLocks noGrp="1"/>
          </p:cNvSpPr>
          <p:nvPr>
            <p:ph type="title"/>
          </p:nvPr>
        </p:nvSpPr>
        <p:spPr>
          <a:xfrm>
            <a:off x="3932050" y="354600"/>
            <a:ext cx="45882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50" name="Google Shape;350;p23"/>
          <p:cNvGrpSpPr/>
          <p:nvPr/>
        </p:nvGrpSpPr>
        <p:grpSpPr>
          <a:xfrm rot="10800000">
            <a:off x="420900" y="3471525"/>
            <a:ext cx="1392300" cy="1392300"/>
            <a:chOff x="7475475" y="301725"/>
            <a:chExt cx="1392300" cy="1392300"/>
          </a:xfrm>
        </p:grpSpPr>
        <p:sp>
          <p:nvSpPr>
            <p:cNvPr id="351" name="Google Shape;351;p23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p23"/>
            <p:cNvSpPr txBox="1"/>
            <p:nvPr/>
          </p:nvSpPr>
          <p:spPr>
            <a:xfrm rot="10800000">
              <a:off x="7776275" y="553855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53" name="Google Shape;353;p23"/>
          <p:cNvSpPr txBox="1">
            <a:spLocks noGrp="1"/>
          </p:cNvSpPr>
          <p:nvPr>
            <p:ph type="body" idx="1"/>
          </p:nvPr>
        </p:nvSpPr>
        <p:spPr>
          <a:xfrm>
            <a:off x="1511925" y="817275"/>
            <a:ext cx="1719000" cy="20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4" name="Google Shape;354;p23"/>
          <p:cNvSpPr txBox="1">
            <a:spLocks noGrp="1"/>
          </p:cNvSpPr>
          <p:nvPr>
            <p:ph type="body" idx="2"/>
          </p:nvPr>
        </p:nvSpPr>
        <p:spPr>
          <a:xfrm>
            <a:off x="3932200" y="817275"/>
            <a:ext cx="4588200" cy="4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1209075" y="30172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56" name="Google Shape;356;p23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70 - Titre, sous-titre, contenu, visuel à gauche et bloc conclu - cadre blanc">
  <p:cSld name="70 - Titre, sous-titre, contenu, visuel à gauche et bloc conclu - cadre blanc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8" name="Google Shape;358;p24"/>
          <p:cNvGrpSpPr/>
          <p:nvPr/>
        </p:nvGrpSpPr>
        <p:grpSpPr>
          <a:xfrm>
            <a:off x="276301" y="292130"/>
            <a:ext cx="8682474" cy="4588395"/>
            <a:chOff x="276301" y="292130"/>
            <a:chExt cx="8682474" cy="4588395"/>
          </a:xfrm>
        </p:grpSpPr>
        <p:grpSp>
          <p:nvGrpSpPr>
            <p:cNvPr id="359" name="Google Shape;359;p24"/>
            <p:cNvGrpSpPr/>
            <p:nvPr/>
          </p:nvGrpSpPr>
          <p:grpSpPr>
            <a:xfrm>
              <a:off x="276301" y="292130"/>
              <a:ext cx="170063" cy="166438"/>
              <a:chOff x="6838242" y="518225"/>
              <a:chExt cx="1247708" cy="1221114"/>
            </a:xfrm>
          </p:grpSpPr>
          <p:sp>
            <p:nvSpPr>
              <p:cNvPr id="360" name="Google Shape;360;p24"/>
              <p:cNvSpPr/>
              <p:nvPr/>
            </p:nvSpPr>
            <p:spPr>
              <a:xfrm>
                <a:off x="7870550" y="5182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1" name="Google Shape;361;p24"/>
              <p:cNvSpPr/>
              <p:nvPr/>
            </p:nvSpPr>
            <p:spPr>
              <a:xfrm>
                <a:off x="6838242" y="539639"/>
                <a:ext cx="1200000" cy="1199700"/>
              </a:xfrm>
              <a:prstGeom prst="donut">
                <a:avLst>
                  <a:gd name="adj" fmla="val 20918"/>
                </a:avLst>
              </a:prstGeom>
              <a:solidFill>
                <a:srgbClr val="0E235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62" name="Google Shape;362;p24"/>
              <p:cNvSpPr/>
              <p:nvPr/>
            </p:nvSpPr>
            <p:spPr>
              <a:xfrm>
                <a:off x="7483200" y="906125"/>
                <a:ext cx="215400" cy="2154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Outfit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63" name="Google Shape;363;p24"/>
            <p:cNvSpPr txBox="1"/>
            <p:nvPr/>
          </p:nvSpPr>
          <p:spPr>
            <a:xfrm>
              <a:off x="8459275" y="4651925"/>
              <a:ext cx="49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Outfit"/>
                <a:buNone/>
              </a:pPr>
              <a:r>
                <a:rPr lang="en-US" sz="800" b="0" i="0" u="none" strike="noStrike" cap="none">
                  <a:solidFill>
                    <a:srgbClr val="00D2DD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.</a:t>
              </a:r>
              <a:fld id="{00000000-1234-1234-1234-123412341234}" type="slidenum">
                <a:rPr lang="en-US" sz="800" b="0" i="0" u="none" strike="noStrike" cap="none">
                  <a:solidFill>
                    <a:srgbClr val="0E2356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‹#›</a:t>
              </a:fld>
              <a:endParaRPr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cxnSp>
          <p:nvCxnSpPr>
            <p:cNvPr id="364" name="Google Shape;364;p24"/>
            <p:cNvCxnSpPr>
              <a:stCxn id="365" idx="2"/>
            </p:cNvCxnSpPr>
            <p:nvPr/>
          </p:nvCxnSpPr>
          <p:spPr>
            <a:xfrm>
              <a:off x="8676034" y="4864644"/>
              <a:ext cx="1914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6" name="Google Shape;366;p24"/>
            <p:cNvSpPr/>
            <p:nvPr/>
          </p:nvSpPr>
          <p:spPr>
            <a:xfrm>
              <a:off x="8662728" y="4667715"/>
              <a:ext cx="200700" cy="196200"/>
            </a:xfrm>
            <a:prstGeom prst="arc">
              <a:avLst>
                <a:gd name="adj1" fmla="val 16241889"/>
                <a:gd name="adj2" fmla="val 167312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7" name="Google Shape;367;p24"/>
            <p:cNvCxnSpPr>
              <a:endCxn id="366" idx="2"/>
            </p:cNvCxnSpPr>
            <p:nvPr/>
          </p:nvCxnSpPr>
          <p:spPr>
            <a:xfrm rot="10800000">
              <a:off x="8863304" y="4770697"/>
              <a:ext cx="0" cy="9840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68" name="Google Shape;368;p24"/>
            <p:cNvSpPr/>
            <p:nvPr/>
          </p:nvSpPr>
          <p:spPr>
            <a:xfrm rot="-5400000">
              <a:off x="8575218" y="4670051"/>
              <a:ext cx="200700" cy="196200"/>
            </a:xfrm>
            <a:prstGeom prst="arc">
              <a:avLst>
                <a:gd name="adj1" fmla="val 16241889"/>
                <a:gd name="adj2" fmla="val 11524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5" name="Google Shape;365;p24"/>
            <p:cNvSpPr/>
            <p:nvPr/>
          </p:nvSpPr>
          <p:spPr>
            <a:xfrm rot="-5400000" flipH="1">
              <a:off x="8575218" y="4666195"/>
              <a:ext cx="200700" cy="196200"/>
            </a:xfrm>
            <a:prstGeom prst="arc">
              <a:avLst>
                <a:gd name="adj1" fmla="val 16241889"/>
                <a:gd name="adj2" fmla="val 15973"/>
              </a:avLst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cxnSp>
          <p:nvCxnSpPr>
            <p:cNvPr id="369" name="Google Shape;369;p24"/>
            <p:cNvCxnSpPr>
              <a:stCxn id="368" idx="2"/>
              <a:endCxn id="366" idx="0"/>
            </p:cNvCxnSpPr>
            <p:nvPr/>
          </p:nvCxnSpPr>
          <p:spPr>
            <a:xfrm>
              <a:off x="8675904" y="4667802"/>
              <a:ext cx="88500" cy="0"/>
            </a:xfrm>
            <a:prstGeom prst="straightConnector1">
              <a:avLst/>
            </a:prstGeom>
            <a:noFill/>
            <a:ln w="9525" cap="flat" cmpd="sng">
              <a:solidFill>
                <a:srgbClr val="0E235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370" name="Google Shape;370;p24"/>
          <p:cNvSpPr txBox="1">
            <a:spLocks noGrp="1"/>
          </p:cNvSpPr>
          <p:nvPr>
            <p:ph type="body" idx="1"/>
          </p:nvPr>
        </p:nvSpPr>
        <p:spPr>
          <a:xfrm>
            <a:off x="3943350" y="1271025"/>
            <a:ext cx="4564200" cy="35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000" rIns="91425" bIns="180000" anchor="ctr" anchorCtr="0">
            <a:noAutofit/>
          </a:bodyPr>
          <a:lstStyle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๏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o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1" name="Google Shape;371;p24"/>
          <p:cNvSpPr txBox="1">
            <a:spLocks noGrp="1"/>
          </p:cNvSpPr>
          <p:nvPr>
            <p:ph type="subTitle" idx="2"/>
          </p:nvPr>
        </p:nvSpPr>
        <p:spPr>
          <a:xfrm>
            <a:off x="3935150" y="770950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2" name="Google Shape;372;p24"/>
          <p:cNvSpPr txBox="1">
            <a:spLocks noGrp="1"/>
          </p:cNvSpPr>
          <p:nvPr>
            <p:ph type="title"/>
          </p:nvPr>
        </p:nvSpPr>
        <p:spPr>
          <a:xfrm>
            <a:off x="3935150" y="348725"/>
            <a:ext cx="45642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grpSp>
        <p:nvGrpSpPr>
          <p:cNvPr id="373" name="Google Shape;373;p24"/>
          <p:cNvGrpSpPr/>
          <p:nvPr/>
        </p:nvGrpSpPr>
        <p:grpSpPr>
          <a:xfrm rot="10800000">
            <a:off x="420900" y="3471800"/>
            <a:ext cx="1392300" cy="1392300"/>
            <a:chOff x="7475475" y="301725"/>
            <a:chExt cx="1392300" cy="1392300"/>
          </a:xfrm>
        </p:grpSpPr>
        <p:sp>
          <p:nvSpPr>
            <p:cNvPr id="374" name="Google Shape;374;p24"/>
            <p:cNvSpPr/>
            <p:nvPr/>
          </p:nvSpPr>
          <p:spPr>
            <a:xfrm rot="10800000">
              <a:off x="7475475" y="301725"/>
              <a:ext cx="1392300" cy="1392300"/>
            </a:xfrm>
            <a:prstGeom prst="teardrop">
              <a:avLst>
                <a:gd name="adj" fmla="val 10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5" name="Google Shape;375;p24"/>
            <p:cNvSpPr txBox="1"/>
            <p:nvPr/>
          </p:nvSpPr>
          <p:spPr>
            <a:xfrm rot="10800000">
              <a:off x="7776288" y="553850"/>
              <a:ext cx="800100" cy="104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r>
                <a:rPr lang="en-US" sz="1400" b="0" i="0" u="none" strike="noStrike" cap="none">
                  <a:solidFill>
                    <a:srgbClr val="FF4338"/>
                  </a:solidFill>
                  <a:latin typeface="Outfit"/>
                  <a:ea typeface="Outfit"/>
                  <a:cs typeface="Outfit"/>
                  <a:sym typeface="Outfit"/>
                </a:rPr>
                <a:t>ici mettre une Photo</a:t>
              </a:r>
              <a:endParaRPr sz="1400" b="0" i="0" u="none" strike="noStrike" cap="none">
                <a:solidFill>
                  <a:srgbClr val="FF4338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6" name="Google Shape;376;p24"/>
          <p:cNvSpPr/>
          <p:nvPr/>
        </p:nvSpPr>
        <p:spPr>
          <a:xfrm>
            <a:off x="1209075" y="300315"/>
            <a:ext cx="2324700" cy="3169800"/>
          </a:xfrm>
          <a:prstGeom prst="round2DiagRect">
            <a:avLst>
              <a:gd name="adj1" fmla="val 50000"/>
              <a:gd name="adj2" fmla="val 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p24"/>
          <p:cNvSpPr txBox="1">
            <a:spLocks noGrp="1"/>
          </p:cNvSpPr>
          <p:nvPr>
            <p:ph type="body" idx="3"/>
          </p:nvPr>
        </p:nvSpPr>
        <p:spPr>
          <a:xfrm>
            <a:off x="1511925" y="812385"/>
            <a:ext cx="1719000" cy="20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utfit"/>
              <a:buChar char="○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78" name="Google Shape;378;p24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0 - Table des matières [2]">
  <p:cSld name="90 - Table des matières [2]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5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1" name="Google Shape;381;p25"/>
          <p:cNvSpPr txBox="1">
            <a:spLocks noGrp="1"/>
          </p:cNvSpPr>
          <p:nvPr>
            <p:ph type="body" idx="1"/>
          </p:nvPr>
        </p:nvSpPr>
        <p:spPr>
          <a:xfrm>
            <a:off x="2236850" y="2248633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2" name="Google Shape;382;p25"/>
          <p:cNvSpPr txBox="1">
            <a:spLocks noGrp="1"/>
          </p:cNvSpPr>
          <p:nvPr>
            <p:ph type="body" idx="2"/>
          </p:nvPr>
        </p:nvSpPr>
        <p:spPr>
          <a:xfrm>
            <a:off x="6210950" y="2248625"/>
            <a:ext cx="2335200" cy="7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3" name="Google Shape;383;p25"/>
          <p:cNvSpPr/>
          <p:nvPr/>
        </p:nvSpPr>
        <p:spPr>
          <a:xfrm>
            <a:off x="1106400" y="22486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4" name="Google Shape;384;p25"/>
          <p:cNvSpPr txBox="1"/>
          <p:nvPr/>
        </p:nvSpPr>
        <p:spPr>
          <a:xfrm>
            <a:off x="1086263" y="2254176"/>
            <a:ext cx="808200" cy="8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85" name="Google Shape;385;p25"/>
          <p:cNvSpPr/>
          <p:nvPr/>
        </p:nvSpPr>
        <p:spPr>
          <a:xfrm>
            <a:off x="5192425" y="2286425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86" name="Google Shape;386;p25"/>
          <p:cNvSpPr txBox="1"/>
          <p:nvPr/>
        </p:nvSpPr>
        <p:spPr>
          <a:xfrm>
            <a:off x="5160164" y="2254177"/>
            <a:ext cx="852600" cy="8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1 - Table des matières [3]">
  <p:cSld name="91 - Table des matières [3]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6"/>
          <p:cNvSpPr txBox="1">
            <a:spLocks noGrp="1"/>
          </p:cNvSpPr>
          <p:nvPr>
            <p:ph type="title"/>
          </p:nvPr>
        </p:nvSpPr>
        <p:spPr>
          <a:xfrm>
            <a:off x="829600" y="12635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89" name="Google Shape;389;p26"/>
          <p:cNvSpPr txBox="1">
            <a:spLocks noGrp="1"/>
          </p:cNvSpPr>
          <p:nvPr>
            <p:ph type="body" idx="1"/>
          </p:nvPr>
        </p:nvSpPr>
        <p:spPr>
          <a:xfrm>
            <a:off x="1172550" y="26890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0" name="Google Shape;390;p26"/>
          <p:cNvSpPr txBox="1">
            <a:spLocks noGrp="1"/>
          </p:cNvSpPr>
          <p:nvPr>
            <p:ph type="body" idx="2"/>
          </p:nvPr>
        </p:nvSpPr>
        <p:spPr>
          <a:xfrm>
            <a:off x="3666975" y="2711825"/>
            <a:ext cx="22698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1" name="Google Shape;391;p26"/>
          <p:cNvSpPr txBox="1">
            <a:spLocks noGrp="1"/>
          </p:cNvSpPr>
          <p:nvPr>
            <p:ph type="body" idx="3"/>
          </p:nvPr>
        </p:nvSpPr>
        <p:spPr>
          <a:xfrm>
            <a:off x="6260400" y="2711825"/>
            <a:ext cx="2317200" cy="17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392" name="Google Shape;392;p26"/>
          <p:cNvSpPr/>
          <p:nvPr/>
        </p:nvSpPr>
        <p:spPr>
          <a:xfrm rot="10800000">
            <a:off x="3666963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3" name="Google Shape;393;p26"/>
          <p:cNvSpPr/>
          <p:nvPr/>
        </p:nvSpPr>
        <p:spPr>
          <a:xfrm rot="10800000">
            <a:off x="1172550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4" name="Google Shape;394;p26"/>
          <p:cNvSpPr/>
          <p:nvPr/>
        </p:nvSpPr>
        <p:spPr>
          <a:xfrm rot="10800000">
            <a:off x="6260388" y="1779050"/>
            <a:ext cx="788100" cy="788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395" name="Google Shape;395;p26"/>
          <p:cNvSpPr txBox="1"/>
          <p:nvPr/>
        </p:nvSpPr>
        <p:spPr>
          <a:xfrm>
            <a:off x="1164446" y="179938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6" name="Google Shape;396;p26"/>
          <p:cNvSpPr txBox="1"/>
          <p:nvPr/>
        </p:nvSpPr>
        <p:spPr>
          <a:xfrm>
            <a:off x="3650472" y="1799373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97" name="Google Shape;397;p26"/>
          <p:cNvSpPr txBox="1"/>
          <p:nvPr/>
        </p:nvSpPr>
        <p:spPr>
          <a:xfrm>
            <a:off x="6243911" y="1799374"/>
            <a:ext cx="8046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2000" b="0" i="0" u="none" strike="noStrike" cap="none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2 - Table des matières [4]">
  <p:cSld name="92 - Table des matières [4]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7"/>
          <p:cNvSpPr txBox="1">
            <a:spLocks noGrp="1"/>
          </p:cNvSpPr>
          <p:nvPr>
            <p:ph type="title"/>
          </p:nvPr>
        </p:nvSpPr>
        <p:spPr>
          <a:xfrm>
            <a:off x="829600" y="1260303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0" name="Google Shape;400;p27"/>
          <p:cNvSpPr txBox="1">
            <a:spLocks noGrp="1"/>
          </p:cNvSpPr>
          <p:nvPr>
            <p:ph type="body" idx="1"/>
          </p:nvPr>
        </p:nvSpPr>
        <p:spPr>
          <a:xfrm>
            <a:off x="1681525" y="1738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1" name="Google Shape;401;p27"/>
          <p:cNvSpPr txBox="1">
            <a:spLocks noGrp="1"/>
          </p:cNvSpPr>
          <p:nvPr>
            <p:ph type="body" idx="2"/>
          </p:nvPr>
        </p:nvSpPr>
        <p:spPr>
          <a:xfrm>
            <a:off x="1681500" y="30141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2" name="Google Shape;402;p27"/>
          <p:cNvSpPr txBox="1">
            <a:spLocks noGrp="1"/>
          </p:cNvSpPr>
          <p:nvPr>
            <p:ph type="body" idx="3"/>
          </p:nvPr>
        </p:nvSpPr>
        <p:spPr>
          <a:xfrm>
            <a:off x="5619625" y="17381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3" name="Google Shape;403;p27"/>
          <p:cNvSpPr txBox="1">
            <a:spLocks noGrp="1"/>
          </p:cNvSpPr>
          <p:nvPr>
            <p:ph type="body" idx="4"/>
          </p:nvPr>
        </p:nvSpPr>
        <p:spPr>
          <a:xfrm>
            <a:off x="5619750" y="30141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04" name="Google Shape;404;p27"/>
          <p:cNvSpPr/>
          <p:nvPr/>
        </p:nvSpPr>
        <p:spPr>
          <a:xfrm rot="5400000">
            <a:off x="4767525" y="2951177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5" name="Google Shape;405;p27"/>
          <p:cNvSpPr/>
          <p:nvPr/>
        </p:nvSpPr>
        <p:spPr>
          <a:xfrm rot="5400000">
            <a:off x="4767525" y="172202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6" name="Google Shape;406;p27"/>
          <p:cNvSpPr/>
          <p:nvPr/>
        </p:nvSpPr>
        <p:spPr>
          <a:xfrm rot="5400000">
            <a:off x="867525" y="2980796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7" name="Google Shape;407;p27"/>
          <p:cNvSpPr/>
          <p:nvPr/>
        </p:nvSpPr>
        <p:spPr>
          <a:xfrm rot="5400000">
            <a:off x="867525" y="1722025"/>
            <a:ext cx="671700" cy="6717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967623" y="1866129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09" name="Google Shape;409;p27"/>
          <p:cNvSpPr txBox="1"/>
          <p:nvPr/>
        </p:nvSpPr>
        <p:spPr>
          <a:xfrm>
            <a:off x="967623" y="3116186"/>
            <a:ext cx="462300" cy="4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0" name="Google Shape;410;p27"/>
          <p:cNvSpPr txBox="1"/>
          <p:nvPr/>
        </p:nvSpPr>
        <p:spPr>
          <a:xfrm>
            <a:off x="4869747" y="1851848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11" name="Google Shape;411;p27"/>
          <p:cNvSpPr txBox="1"/>
          <p:nvPr/>
        </p:nvSpPr>
        <p:spPr>
          <a:xfrm>
            <a:off x="4869747" y="3072492"/>
            <a:ext cx="4515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3 - Table des matières [5]">
  <p:cSld name="93 - Table des matières [5]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8"/>
          <p:cNvSpPr txBox="1">
            <a:spLocks noGrp="1"/>
          </p:cNvSpPr>
          <p:nvPr>
            <p:ph type="title"/>
          </p:nvPr>
        </p:nvSpPr>
        <p:spPr>
          <a:xfrm>
            <a:off x="829600" y="11393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4" name="Google Shape;414;p28"/>
          <p:cNvSpPr txBox="1">
            <a:spLocks noGrp="1"/>
          </p:cNvSpPr>
          <p:nvPr>
            <p:ph type="body" idx="1"/>
          </p:nvPr>
        </p:nvSpPr>
        <p:spPr>
          <a:xfrm>
            <a:off x="1681525" y="16510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5" name="Google Shape;415;p28"/>
          <p:cNvSpPr txBox="1">
            <a:spLocks noGrp="1"/>
          </p:cNvSpPr>
          <p:nvPr>
            <p:ph type="body" idx="2"/>
          </p:nvPr>
        </p:nvSpPr>
        <p:spPr>
          <a:xfrm>
            <a:off x="1681525" y="2447225"/>
            <a:ext cx="27903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6" name="Google Shape;416;p28"/>
          <p:cNvSpPr txBox="1">
            <a:spLocks noGrp="1"/>
          </p:cNvSpPr>
          <p:nvPr>
            <p:ph type="body" idx="3"/>
          </p:nvPr>
        </p:nvSpPr>
        <p:spPr>
          <a:xfrm>
            <a:off x="1681525" y="3243675"/>
            <a:ext cx="28149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7" name="Google Shape;417;p28"/>
          <p:cNvSpPr txBox="1">
            <a:spLocks noGrp="1"/>
          </p:cNvSpPr>
          <p:nvPr>
            <p:ph type="body" idx="4"/>
          </p:nvPr>
        </p:nvSpPr>
        <p:spPr>
          <a:xfrm>
            <a:off x="5619625" y="1650825"/>
            <a:ext cx="2958000" cy="6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8" name="Google Shape;418;p28"/>
          <p:cNvSpPr txBox="1">
            <a:spLocks noGrp="1"/>
          </p:cNvSpPr>
          <p:nvPr>
            <p:ph type="body" idx="5"/>
          </p:nvPr>
        </p:nvSpPr>
        <p:spPr>
          <a:xfrm>
            <a:off x="5619625" y="24475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19" name="Google Shape;419;p28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0" name="Google Shape;420;p28"/>
          <p:cNvSpPr/>
          <p:nvPr/>
        </p:nvSpPr>
        <p:spPr>
          <a:xfrm rot="5400000">
            <a:off x="883425" y="2447222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1" name="Google Shape;421;p28"/>
          <p:cNvSpPr/>
          <p:nvPr/>
        </p:nvSpPr>
        <p:spPr>
          <a:xfrm rot="5400000">
            <a:off x="883425" y="3243569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2" name="Google Shape;422;p28"/>
          <p:cNvSpPr/>
          <p:nvPr/>
        </p:nvSpPr>
        <p:spPr>
          <a:xfrm rot="5400000">
            <a:off x="4767525" y="1651025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3" name="Google Shape;423;p28"/>
          <p:cNvSpPr/>
          <p:nvPr/>
        </p:nvSpPr>
        <p:spPr>
          <a:xfrm rot="5400000">
            <a:off x="4767525" y="2447566"/>
            <a:ext cx="6561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24" name="Google Shape;424;p28"/>
          <p:cNvSpPr txBox="1"/>
          <p:nvPr/>
        </p:nvSpPr>
        <p:spPr>
          <a:xfrm>
            <a:off x="985647" y="178739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985647" y="2587947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6" name="Google Shape;426;p28"/>
          <p:cNvSpPr txBox="1"/>
          <p:nvPr/>
        </p:nvSpPr>
        <p:spPr>
          <a:xfrm>
            <a:off x="985647" y="3388496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7" name="Google Shape;427;p28"/>
          <p:cNvSpPr txBox="1"/>
          <p:nvPr/>
        </p:nvSpPr>
        <p:spPr>
          <a:xfrm>
            <a:off x="4869767" y="178743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28" name="Google Shape;428;p28"/>
          <p:cNvSpPr txBox="1"/>
          <p:nvPr/>
        </p:nvSpPr>
        <p:spPr>
          <a:xfrm>
            <a:off x="4867105" y="2563728"/>
            <a:ext cx="4395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4 - Table des matières [6]">
  <p:cSld name="94 - Table des matières [6]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29"/>
          <p:cNvSpPr txBox="1">
            <a:spLocks noGrp="1"/>
          </p:cNvSpPr>
          <p:nvPr>
            <p:ph type="title"/>
          </p:nvPr>
        </p:nvSpPr>
        <p:spPr>
          <a:xfrm>
            <a:off x="829600" y="103217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1" name="Google Shape;431;p29"/>
          <p:cNvSpPr txBox="1">
            <a:spLocks noGrp="1"/>
          </p:cNvSpPr>
          <p:nvPr>
            <p:ph type="body" idx="1"/>
          </p:nvPr>
        </p:nvSpPr>
        <p:spPr>
          <a:xfrm>
            <a:off x="1747225" y="16507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2" name="Google Shape;432;p29"/>
          <p:cNvSpPr txBox="1">
            <a:spLocks noGrp="1"/>
          </p:cNvSpPr>
          <p:nvPr>
            <p:ph type="body" idx="2"/>
          </p:nvPr>
        </p:nvSpPr>
        <p:spPr>
          <a:xfrm>
            <a:off x="1747225" y="244722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3" name="Google Shape;433;p29"/>
          <p:cNvSpPr txBox="1">
            <a:spLocks noGrp="1"/>
          </p:cNvSpPr>
          <p:nvPr>
            <p:ph type="body" idx="3"/>
          </p:nvPr>
        </p:nvSpPr>
        <p:spPr>
          <a:xfrm>
            <a:off x="1747225" y="3243675"/>
            <a:ext cx="28905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4" name="Google Shape;434;p29"/>
          <p:cNvSpPr txBox="1">
            <a:spLocks noGrp="1"/>
          </p:cNvSpPr>
          <p:nvPr>
            <p:ph type="body" idx="4"/>
          </p:nvPr>
        </p:nvSpPr>
        <p:spPr>
          <a:xfrm>
            <a:off x="5685325" y="16508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5" name="Google Shape;435;p29"/>
          <p:cNvSpPr txBox="1">
            <a:spLocks noGrp="1"/>
          </p:cNvSpPr>
          <p:nvPr>
            <p:ph type="body" idx="5"/>
          </p:nvPr>
        </p:nvSpPr>
        <p:spPr>
          <a:xfrm>
            <a:off x="5685325" y="244727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6" name="Google Shape;436;p29"/>
          <p:cNvSpPr txBox="1">
            <a:spLocks noGrp="1"/>
          </p:cNvSpPr>
          <p:nvPr>
            <p:ph type="body" idx="6"/>
          </p:nvPr>
        </p:nvSpPr>
        <p:spPr>
          <a:xfrm>
            <a:off x="5685325" y="3243725"/>
            <a:ext cx="2958000" cy="6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37" name="Google Shape;437;p29"/>
          <p:cNvSpPr/>
          <p:nvPr/>
        </p:nvSpPr>
        <p:spPr>
          <a:xfrm rot="5400000">
            <a:off x="47675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8834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8834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883425" y="3243573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4767525" y="1650875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4767525" y="2447224"/>
            <a:ext cx="655800" cy="6558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43" name="Google Shape;443;p29"/>
          <p:cNvSpPr txBox="1"/>
          <p:nvPr/>
        </p:nvSpPr>
        <p:spPr>
          <a:xfrm>
            <a:off x="985647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p29"/>
          <p:cNvSpPr txBox="1"/>
          <p:nvPr/>
        </p:nvSpPr>
        <p:spPr>
          <a:xfrm>
            <a:off x="985647" y="2554581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1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985647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6" name="Google Shape;446;p29"/>
          <p:cNvSpPr txBox="1"/>
          <p:nvPr/>
        </p:nvSpPr>
        <p:spPr>
          <a:xfrm>
            <a:off x="4868853" y="1787398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7" name="Google Shape;447;p29"/>
          <p:cNvSpPr txBox="1"/>
          <p:nvPr/>
        </p:nvSpPr>
        <p:spPr>
          <a:xfrm>
            <a:off x="4868853" y="2554580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8" name="Google Shape;448;p29"/>
          <p:cNvSpPr txBox="1"/>
          <p:nvPr/>
        </p:nvSpPr>
        <p:spPr>
          <a:xfrm>
            <a:off x="4868853" y="3355132"/>
            <a:ext cx="451200" cy="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5 - Table des matières [7]">
  <p:cSld name="95 - Table des matières [7]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0"/>
          <p:cNvSpPr txBox="1">
            <a:spLocks noGrp="1"/>
          </p:cNvSpPr>
          <p:nvPr>
            <p:ph type="title"/>
          </p:nvPr>
        </p:nvSpPr>
        <p:spPr>
          <a:xfrm>
            <a:off x="829600" y="891150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1" name="Google Shape;451;p30"/>
          <p:cNvSpPr txBox="1">
            <a:spLocks noGrp="1"/>
          </p:cNvSpPr>
          <p:nvPr>
            <p:ph type="body" idx="1"/>
          </p:nvPr>
        </p:nvSpPr>
        <p:spPr>
          <a:xfrm>
            <a:off x="1678225" y="13977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2" name="Google Shape;452;p30"/>
          <p:cNvSpPr txBox="1">
            <a:spLocks noGrp="1"/>
          </p:cNvSpPr>
          <p:nvPr>
            <p:ph type="body" idx="2"/>
          </p:nvPr>
        </p:nvSpPr>
        <p:spPr>
          <a:xfrm>
            <a:off x="1678225" y="21186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3" name="Google Shape;453;p30"/>
          <p:cNvSpPr txBox="1">
            <a:spLocks noGrp="1"/>
          </p:cNvSpPr>
          <p:nvPr>
            <p:ph type="body" idx="3"/>
          </p:nvPr>
        </p:nvSpPr>
        <p:spPr>
          <a:xfrm>
            <a:off x="1678225" y="285205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4" name="Google Shape;454;p30"/>
          <p:cNvSpPr txBox="1">
            <a:spLocks noGrp="1"/>
          </p:cNvSpPr>
          <p:nvPr>
            <p:ph type="body" idx="4"/>
          </p:nvPr>
        </p:nvSpPr>
        <p:spPr>
          <a:xfrm>
            <a:off x="1678125" y="3576800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5" name="Google Shape;455;p30"/>
          <p:cNvSpPr txBox="1">
            <a:spLocks noGrp="1"/>
          </p:cNvSpPr>
          <p:nvPr>
            <p:ph type="body" idx="5"/>
          </p:nvPr>
        </p:nvSpPr>
        <p:spPr>
          <a:xfrm>
            <a:off x="5619625" y="1385200"/>
            <a:ext cx="29208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6" name="Google Shape;456;p30"/>
          <p:cNvSpPr txBox="1">
            <a:spLocks noGrp="1"/>
          </p:cNvSpPr>
          <p:nvPr>
            <p:ph type="body" idx="6"/>
          </p:nvPr>
        </p:nvSpPr>
        <p:spPr>
          <a:xfrm>
            <a:off x="5619625" y="210155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7" name="Google Shape;457;p30"/>
          <p:cNvSpPr txBox="1">
            <a:spLocks noGrp="1"/>
          </p:cNvSpPr>
          <p:nvPr>
            <p:ph type="body" idx="7"/>
          </p:nvPr>
        </p:nvSpPr>
        <p:spPr>
          <a:xfrm>
            <a:off x="5619625" y="2852100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58" name="Google Shape;458;p30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59" name="Google Shape;459;p30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0" name="Google Shape;460;p30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1" name="Google Shape;461;p30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2" name="Google Shape;462;p30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3" name="Google Shape;463;p30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4" name="Google Shape;464;p30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65" name="Google Shape;465;p30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7" name="Google Shape;467;p30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8" name="Google Shape;468;p30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69" name="Google Shape;469;p30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0" name="Google Shape;470;p30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71" name="Google Shape;471;p30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6 - Table des matières [8]">
  <p:cSld name="96 - Table des matières [8]"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1"/>
          <p:cNvSpPr txBox="1">
            <a:spLocks noGrp="1"/>
          </p:cNvSpPr>
          <p:nvPr>
            <p:ph type="title"/>
          </p:nvPr>
        </p:nvSpPr>
        <p:spPr>
          <a:xfrm>
            <a:off x="829600" y="897025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4" name="Google Shape;474;p31"/>
          <p:cNvSpPr txBox="1">
            <a:spLocks noGrp="1"/>
          </p:cNvSpPr>
          <p:nvPr>
            <p:ph type="body" idx="1"/>
          </p:nvPr>
        </p:nvSpPr>
        <p:spPr>
          <a:xfrm>
            <a:off x="1681525" y="13977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5" name="Google Shape;475;p31"/>
          <p:cNvSpPr txBox="1">
            <a:spLocks noGrp="1"/>
          </p:cNvSpPr>
          <p:nvPr>
            <p:ph type="body" idx="2"/>
          </p:nvPr>
        </p:nvSpPr>
        <p:spPr>
          <a:xfrm>
            <a:off x="1681525" y="21207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6" name="Google Shape;476;p31"/>
          <p:cNvSpPr txBox="1">
            <a:spLocks noGrp="1"/>
          </p:cNvSpPr>
          <p:nvPr>
            <p:ph type="body" idx="3"/>
          </p:nvPr>
        </p:nvSpPr>
        <p:spPr>
          <a:xfrm>
            <a:off x="1681525" y="285205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7" name="Google Shape;477;p31"/>
          <p:cNvSpPr txBox="1">
            <a:spLocks noGrp="1"/>
          </p:cNvSpPr>
          <p:nvPr>
            <p:ph type="body" idx="4"/>
          </p:nvPr>
        </p:nvSpPr>
        <p:spPr>
          <a:xfrm>
            <a:off x="1681525" y="3585500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8" name="Google Shape;478;p31"/>
          <p:cNvSpPr txBox="1">
            <a:spLocks noGrp="1"/>
          </p:cNvSpPr>
          <p:nvPr>
            <p:ph type="body" idx="5"/>
          </p:nvPr>
        </p:nvSpPr>
        <p:spPr>
          <a:xfrm>
            <a:off x="5619625" y="13978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79" name="Google Shape;479;p31"/>
          <p:cNvSpPr txBox="1">
            <a:spLocks noGrp="1"/>
          </p:cNvSpPr>
          <p:nvPr>
            <p:ph type="body" idx="6"/>
          </p:nvPr>
        </p:nvSpPr>
        <p:spPr>
          <a:xfrm>
            <a:off x="5619625" y="21207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0" name="Google Shape;480;p31"/>
          <p:cNvSpPr txBox="1">
            <a:spLocks noGrp="1"/>
          </p:cNvSpPr>
          <p:nvPr>
            <p:ph type="body" idx="7"/>
          </p:nvPr>
        </p:nvSpPr>
        <p:spPr>
          <a:xfrm>
            <a:off x="5619625" y="284340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1" name="Google Shape;481;p31"/>
          <p:cNvSpPr txBox="1">
            <a:spLocks noGrp="1"/>
          </p:cNvSpPr>
          <p:nvPr>
            <p:ph type="body" idx="8"/>
          </p:nvPr>
        </p:nvSpPr>
        <p:spPr>
          <a:xfrm>
            <a:off x="5619625" y="3566350"/>
            <a:ext cx="3087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482" name="Google Shape;482;p31"/>
          <p:cNvSpPr/>
          <p:nvPr/>
        </p:nvSpPr>
        <p:spPr>
          <a:xfrm rot="5400000">
            <a:off x="47888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3" name="Google Shape;483;p31"/>
          <p:cNvSpPr/>
          <p:nvPr/>
        </p:nvSpPr>
        <p:spPr>
          <a:xfrm rot="5400000">
            <a:off x="47888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4" name="Google Shape;484;p31"/>
          <p:cNvSpPr/>
          <p:nvPr/>
        </p:nvSpPr>
        <p:spPr>
          <a:xfrm rot="5400000">
            <a:off x="47888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5" name="Google Shape;485;p31"/>
          <p:cNvSpPr/>
          <p:nvPr/>
        </p:nvSpPr>
        <p:spPr>
          <a:xfrm rot="5400000">
            <a:off x="883425" y="35769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6" name="Google Shape;486;p31"/>
          <p:cNvSpPr/>
          <p:nvPr/>
        </p:nvSpPr>
        <p:spPr>
          <a:xfrm rot="5400000">
            <a:off x="883425" y="21205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7" name="Google Shape;487;p31"/>
          <p:cNvSpPr/>
          <p:nvPr/>
        </p:nvSpPr>
        <p:spPr>
          <a:xfrm rot="5400000">
            <a:off x="883425" y="28435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8" name="Google Shape;488;p31"/>
          <p:cNvSpPr/>
          <p:nvPr/>
        </p:nvSpPr>
        <p:spPr>
          <a:xfrm rot="5400000">
            <a:off x="883425" y="13976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89" name="Google Shape;489;p31"/>
          <p:cNvSpPr txBox="1"/>
          <p:nvPr/>
        </p:nvSpPr>
        <p:spPr>
          <a:xfrm>
            <a:off x="908769" y="14481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908769" y="21816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1" name="Google Shape;491;p31"/>
          <p:cNvSpPr txBox="1"/>
          <p:nvPr/>
        </p:nvSpPr>
        <p:spPr>
          <a:xfrm>
            <a:off x="908769" y="29151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2" name="Google Shape;492;p31"/>
          <p:cNvSpPr txBox="1"/>
          <p:nvPr/>
        </p:nvSpPr>
        <p:spPr>
          <a:xfrm>
            <a:off x="908769" y="36485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3" name="Google Shape;493;p31"/>
          <p:cNvSpPr txBox="1"/>
          <p:nvPr/>
        </p:nvSpPr>
        <p:spPr>
          <a:xfrm>
            <a:off x="4814169" y="14482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4" name="Google Shape;494;p31"/>
          <p:cNvSpPr txBox="1"/>
          <p:nvPr/>
        </p:nvSpPr>
        <p:spPr>
          <a:xfrm>
            <a:off x="4814169" y="2181664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5" name="Google Shape;495;p31"/>
          <p:cNvSpPr txBox="1"/>
          <p:nvPr/>
        </p:nvSpPr>
        <p:spPr>
          <a:xfrm>
            <a:off x="4814169" y="291511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96" name="Google Shape;496;p31"/>
          <p:cNvSpPr/>
          <p:nvPr/>
        </p:nvSpPr>
        <p:spPr>
          <a:xfrm rot="5400000">
            <a:off x="4788825" y="356642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497" name="Google Shape;497;p31"/>
          <p:cNvSpPr txBox="1"/>
          <p:nvPr/>
        </p:nvSpPr>
        <p:spPr>
          <a:xfrm>
            <a:off x="4814169" y="3638040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7 - Table des matières [9]">
  <p:cSld name="97 - Table des matières [9]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32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0" name="Google Shape;500;p32"/>
          <p:cNvSpPr txBox="1">
            <a:spLocks noGrp="1"/>
          </p:cNvSpPr>
          <p:nvPr>
            <p:ph type="body" idx="1"/>
          </p:nvPr>
        </p:nvSpPr>
        <p:spPr>
          <a:xfrm>
            <a:off x="1681525" y="11224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1" name="Google Shape;501;p32"/>
          <p:cNvSpPr txBox="1">
            <a:spLocks noGrp="1"/>
          </p:cNvSpPr>
          <p:nvPr>
            <p:ph type="body" idx="2"/>
          </p:nvPr>
        </p:nvSpPr>
        <p:spPr>
          <a:xfrm>
            <a:off x="1681525" y="18195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2" name="Google Shape;502;p32"/>
          <p:cNvSpPr txBox="1">
            <a:spLocks noGrp="1"/>
          </p:cNvSpPr>
          <p:nvPr>
            <p:ph type="body" idx="3"/>
          </p:nvPr>
        </p:nvSpPr>
        <p:spPr>
          <a:xfrm>
            <a:off x="1681525" y="249002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3" name="Google Shape;503;p32"/>
          <p:cNvSpPr txBox="1">
            <a:spLocks noGrp="1"/>
          </p:cNvSpPr>
          <p:nvPr>
            <p:ph type="body" idx="4"/>
          </p:nvPr>
        </p:nvSpPr>
        <p:spPr>
          <a:xfrm>
            <a:off x="1681525" y="32864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4" name="Google Shape;504;p32"/>
          <p:cNvSpPr txBox="1">
            <a:spLocks noGrp="1"/>
          </p:cNvSpPr>
          <p:nvPr>
            <p:ph type="body" idx="5"/>
          </p:nvPr>
        </p:nvSpPr>
        <p:spPr>
          <a:xfrm>
            <a:off x="1681525" y="3978875"/>
            <a:ext cx="28149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5" name="Google Shape;505;p32"/>
          <p:cNvSpPr txBox="1">
            <a:spLocks noGrp="1"/>
          </p:cNvSpPr>
          <p:nvPr>
            <p:ph type="body" idx="6"/>
          </p:nvPr>
        </p:nvSpPr>
        <p:spPr>
          <a:xfrm>
            <a:off x="5619625" y="10771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6" name="Google Shape;506;p32"/>
          <p:cNvSpPr txBox="1">
            <a:spLocks noGrp="1"/>
          </p:cNvSpPr>
          <p:nvPr>
            <p:ph type="body" idx="7"/>
          </p:nvPr>
        </p:nvSpPr>
        <p:spPr>
          <a:xfrm>
            <a:off x="5619625" y="18106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7" name="Google Shape;507;p32"/>
          <p:cNvSpPr txBox="1">
            <a:spLocks noGrp="1"/>
          </p:cNvSpPr>
          <p:nvPr>
            <p:ph type="body" idx="8"/>
          </p:nvPr>
        </p:nvSpPr>
        <p:spPr>
          <a:xfrm>
            <a:off x="5619625" y="26070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8" name="Google Shape;508;p32"/>
          <p:cNvSpPr txBox="1">
            <a:spLocks noGrp="1"/>
          </p:cNvSpPr>
          <p:nvPr>
            <p:ph type="body" idx="9"/>
          </p:nvPr>
        </p:nvSpPr>
        <p:spPr>
          <a:xfrm>
            <a:off x="5619625" y="321452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09" name="Google Shape;509;p32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0" name="Google Shape;510;p32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1" name="Google Shape;511;p32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2" name="Google Shape;512;p32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3" name="Google Shape;513;p32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4" name="Google Shape;514;p32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5" name="Google Shape;515;p32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16" name="Google Shape;516;p32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7" name="Google Shape;517;p32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8" name="Google Shape;518;p32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19" name="Google Shape;519;p32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0" name="Google Shape;520;p32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1" name="Google Shape;521;p32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2" name="Google Shape;522;p32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3" name="Google Shape;523;p32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4" name="Google Shape;524;p32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25" name="Google Shape;525;p32"/>
          <p:cNvSpPr/>
          <p:nvPr/>
        </p:nvSpPr>
        <p:spPr>
          <a:xfrm rot="5400000">
            <a:off x="4788825" y="32573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26" name="Google Shape;526;p32"/>
          <p:cNvSpPr txBox="1"/>
          <p:nvPr/>
        </p:nvSpPr>
        <p:spPr>
          <a:xfrm>
            <a:off x="4814169" y="33289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8 - Table des matières [10]">
  <p:cSld name="98 - Table des matières [10]"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3"/>
          <p:cNvSpPr txBox="1">
            <a:spLocks noGrp="1"/>
          </p:cNvSpPr>
          <p:nvPr>
            <p:ph type="title"/>
          </p:nvPr>
        </p:nvSpPr>
        <p:spPr>
          <a:xfrm>
            <a:off x="564931" y="362212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29" name="Google Shape;529;p33"/>
          <p:cNvSpPr txBox="1">
            <a:spLocks noGrp="1"/>
          </p:cNvSpPr>
          <p:nvPr>
            <p:ph type="body" idx="1"/>
          </p:nvPr>
        </p:nvSpPr>
        <p:spPr>
          <a:xfrm>
            <a:off x="1678225" y="1122425"/>
            <a:ext cx="28182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0" name="Google Shape;530;p33"/>
          <p:cNvSpPr txBox="1">
            <a:spLocks noGrp="1"/>
          </p:cNvSpPr>
          <p:nvPr>
            <p:ph type="body" idx="2"/>
          </p:nvPr>
        </p:nvSpPr>
        <p:spPr>
          <a:xfrm>
            <a:off x="1678225" y="18195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1" name="Google Shape;531;p33"/>
          <p:cNvSpPr txBox="1">
            <a:spLocks noGrp="1"/>
          </p:cNvSpPr>
          <p:nvPr>
            <p:ph type="body" idx="3"/>
          </p:nvPr>
        </p:nvSpPr>
        <p:spPr>
          <a:xfrm>
            <a:off x="1678225" y="255302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2" name="Google Shape;532;p33"/>
          <p:cNvSpPr txBox="1">
            <a:spLocks noGrp="1"/>
          </p:cNvSpPr>
          <p:nvPr>
            <p:ph type="body" idx="4"/>
          </p:nvPr>
        </p:nvSpPr>
        <p:spPr>
          <a:xfrm>
            <a:off x="1678125" y="3286475"/>
            <a:ext cx="28182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3" name="Google Shape;533;p33"/>
          <p:cNvSpPr txBox="1">
            <a:spLocks noGrp="1"/>
          </p:cNvSpPr>
          <p:nvPr>
            <p:ph type="body" idx="5"/>
          </p:nvPr>
        </p:nvSpPr>
        <p:spPr>
          <a:xfrm>
            <a:off x="1681525" y="4015175"/>
            <a:ext cx="28149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4" name="Google Shape;534;p33"/>
          <p:cNvSpPr txBox="1">
            <a:spLocks noGrp="1"/>
          </p:cNvSpPr>
          <p:nvPr>
            <p:ph type="body" idx="6"/>
          </p:nvPr>
        </p:nvSpPr>
        <p:spPr>
          <a:xfrm>
            <a:off x="5619625" y="114017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5" name="Google Shape;535;p33"/>
          <p:cNvSpPr txBox="1">
            <a:spLocks noGrp="1"/>
          </p:cNvSpPr>
          <p:nvPr>
            <p:ph type="body" idx="7"/>
          </p:nvPr>
        </p:nvSpPr>
        <p:spPr>
          <a:xfrm>
            <a:off x="5619625" y="18736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6" name="Google Shape;536;p33"/>
          <p:cNvSpPr txBox="1">
            <a:spLocks noGrp="1"/>
          </p:cNvSpPr>
          <p:nvPr>
            <p:ph type="body" idx="8"/>
          </p:nvPr>
        </p:nvSpPr>
        <p:spPr>
          <a:xfrm>
            <a:off x="5619625" y="2544075"/>
            <a:ext cx="2958000" cy="5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7" name="Google Shape;537;p33"/>
          <p:cNvSpPr txBox="1">
            <a:spLocks noGrp="1"/>
          </p:cNvSpPr>
          <p:nvPr>
            <p:ph type="body" idx="9"/>
          </p:nvPr>
        </p:nvSpPr>
        <p:spPr>
          <a:xfrm>
            <a:off x="5619625" y="33405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8" name="Google Shape;538;p33"/>
          <p:cNvSpPr txBox="1">
            <a:spLocks noGrp="1"/>
          </p:cNvSpPr>
          <p:nvPr>
            <p:ph type="body" idx="13"/>
          </p:nvPr>
        </p:nvSpPr>
        <p:spPr>
          <a:xfrm>
            <a:off x="5619625" y="4032925"/>
            <a:ext cx="29580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39" name="Google Shape;539;p33"/>
          <p:cNvSpPr/>
          <p:nvPr/>
        </p:nvSpPr>
        <p:spPr>
          <a:xfrm rot="5400000">
            <a:off x="8834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0" name="Google Shape;540;p33"/>
          <p:cNvSpPr/>
          <p:nvPr/>
        </p:nvSpPr>
        <p:spPr>
          <a:xfrm rot="5400000">
            <a:off x="4788825" y="108853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1" name="Google Shape;541;p33"/>
          <p:cNvSpPr/>
          <p:nvPr/>
        </p:nvSpPr>
        <p:spPr>
          <a:xfrm rot="5400000">
            <a:off x="4788825" y="1811462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2" name="Google Shape;542;p33"/>
          <p:cNvSpPr/>
          <p:nvPr/>
        </p:nvSpPr>
        <p:spPr>
          <a:xfrm rot="5400000">
            <a:off x="883425" y="32721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3" name="Google Shape;543;p33"/>
          <p:cNvSpPr/>
          <p:nvPr/>
        </p:nvSpPr>
        <p:spPr>
          <a:xfrm rot="5400000">
            <a:off x="883425" y="1815775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4" name="Google Shape;544;p33"/>
          <p:cNvSpPr/>
          <p:nvPr/>
        </p:nvSpPr>
        <p:spPr>
          <a:xfrm rot="5400000">
            <a:off x="883425" y="25387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5" name="Google Shape;545;p33"/>
          <p:cNvSpPr/>
          <p:nvPr/>
        </p:nvSpPr>
        <p:spPr>
          <a:xfrm rot="5400000">
            <a:off x="883425" y="109285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46" name="Google Shape;546;p33"/>
          <p:cNvSpPr txBox="1"/>
          <p:nvPr/>
        </p:nvSpPr>
        <p:spPr>
          <a:xfrm>
            <a:off x="908769" y="1143398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01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7" name="Google Shape;547;p33"/>
          <p:cNvSpPr txBox="1"/>
          <p:nvPr/>
        </p:nvSpPr>
        <p:spPr>
          <a:xfrm>
            <a:off x="908769" y="18768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02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8" name="Google Shape;548;p33"/>
          <p:cNvSpPr txBox="1"/>
          <p:nvPr/>
        </p:nvSpPr>
        <p:spPr>
          <a:xfrm>
            <a:off x="908769" y="26103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03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49" name="Google Shape;549;p33"/>
          <p:cNvSpPr txBox="1"/>
          <p:nvPr/>
        </p:nvSpPr>
        <p:spPr>
          <a:xfrm>
            <a:off x="908769" y="334375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04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0" name="Google Shape;550;p33"/>
          <p:cNvSpPr txBox="1"/>
          <p:nvPr/>
        </p:nvSpPr>
        <p:spPr>
          <a:xfrm>
            <a:off x="9087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05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1" name="Google Shape;551;p33"/>
          <p:cNvSpPr txBox="1"/>
          <p:nvPr/>
        </p:nvSpPr>
        <p:spPr>
          <a:xfrm>
            <a:off x="4814169" y="114962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06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2" name="Google Shape;552;p33"/>
          <p:cNvSpPr txBox="1"/>
          <p:nvPr/>
        </p:nvSpPr>
        <p:spPr>
          <a:xfrm>
            <a:off x="4814169" y="1883077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07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3" name="Google Shape;553;p33"/>
          <p:cNvSpPr/>
          <p:nvPr/>
        </p:nvSpPr>
        <p:spPr>
          <a:xfrm rot="5400000">
            <a:off x="4788825" y="2534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4" name="Google Shape;554;p33"/>
          <p:cNvSpPr txBox="1"/>
          <p:nvPr/>
        </p:nvSpPr>
        <p:spPr>
          <a:xfrm>
            <a:off x="4814169" y="2606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08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5" name="Google Shape;555;p33"/>
          <p:cNvSpPr/>
          <p:nvPr/>
        </p:nvSpPr>
        <p:spPr>
          <a:xfrm rot="5400000">
            <a:off x="4788825" y="3261387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6" name="Google Shape;556;p33"/>
          <p:cNvSpPr txBox="1"/>
          <p:nvPr/>
        </p:nvSpPr>
        <p:spPr>
          <a:xfrm>
            <a:off x="4814169" y="3333002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09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557" name="Google Shape;557;p33"/>
          <p:cNvSpPr/>
          <p:nvPr/>
        </p:nvSpPr>
        <p:spPr>
          <a:xfrm rot="5400000">
            <a:off x="4788825" y="3997000"/>
            <a:ext cx="593100" cy="593100"/>
          </a:xfrm>
          <a:prstGeom prst="teardrop">
            <a:avLst>
              <a:gd name="adj" fmla="val 100000"/>
            </a:avLst>
          </a:prstGeom>
          <a:noFill/>
          <a:ln w="19050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 Light"/>
              <a:ea typeface="Outfit Light"/>
              <a:cs typeface="Outfit Light"/>
              <a:sym typeface="Outfit Light"/>
            </a:endParaRPr>
          </a:p>
        </p:txBody>
      </p:sp>
      <p:sp>
        <p:nvSpPr>
          <p:cNvPr id="558" name="Google Shape;558;p33"/>
          <p:cNvSpPr txBox="1"/>
          <p:nvPr/>
        </p:nvSpPr>
        <p:spPr>
          <a:xfrm>
            <a:off x="4814169" y="4047565"/>
            <a:ext cx="542400" cy="5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86586"/>
              </a:buClr>
              <a:buSzPts val="5200"/>
              <a:buFont typeface="Outfit"/>
              <a:buNone/>
            </a:pPr>
            <a:r>
              <a:rPr lang="en-US" sz="1700" b="1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10</a:t>
            </a:r>
            <a:endParaRPr sz="1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9 - Table des matières [all]">
  <p:cSld name="99 - Table des matières [all]"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34"/>
          <p:cNvSpPr txBox="1">
            <a:spLocks noGrp="1"/>
          </p:cNvSpPr>
          <p:nvPr>
            <p:ph type="title"/>
          </p:nvPr>
        </p:nvSpPr>
        <p:spPr>
          <a:xfrm>
            <a:off x="564931" y="360737"/>
            <a:ext cx="80061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1" name="Google Shape;561;p34"/>
          <p:cNvSpPr txBox="1">
            <a:spLocks noGrp="1"/>
          </p:cNvSpPr>
          <p:nvPr>
            <p:ph type="body" idx="1"/>
          </p:nvPr>
        </p:nvSpPr>
        <p:spPr>
          <a:xfrm>
            <a:off x="571500" y="803050"/>
            <a:ext cx="70530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2" name="Google Shape;562;p34"/>
          <p:cNvSpPr txBox="1">
            <a:spLocks noGrp="1"/>
          </p:cNvSpPr>
          <p:nvPr>
            <p:ph type="body" idx="2"/>
          </p:nvPr>
        </p:nvSpPr>
        <p:spPr>
          <a:xfrm>
            <a:off x="7624600" y="803050"/>
            <a:ext cx="1016100" cy="40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 - Titre et sous-titre 2">
  <p:cSld name="03 - Titre et sous-titre_1_2"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5"/>
          <p:cNvSpPr txBox="1">
            <a:spLocks noGrp="1"/>
          </p:cNvSpPr>
          <p:nvPr>
            <p:ph type="subTitle" idx="1"/>
          </p:nvPr>
        </p:nvSpPr>
        <p:spPr>
          <a:xfrm>
            <a:off x="571500" y="779171"/>
            <a:ext cx="80415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565" name="Google Shape;565;p35"/>
          <p:cNvSpPr txBox="1">
            <a:spLocks noGrp="1"/>
          </p:cNvSpPr>
          <p:nvPr>
            <p:ph type="title"/>
          </p:nvPr>
        </p:nvSpPr>
        <p:spPr>
          <a:xfrm>
            <a:off x="562825" y="361400"/>
            <a:ext cx="80190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276301" y="292130"/>
            <a:ext cx="170063" cy="166438"/>
            <a:chOff x="6838242" y="518225"/>
            <a:chExt cx="1247708" cy="1221114"/>
          </a:xfrm>
        </p:grpSpPr>
        <p:sp>
          <p:nvSpPr>
            <p:cNvPr id="7" name="Google Shape;7;p1"/>
            <p:cNvSpPr/>
            <p:nvPr/>
          </p:nvSpPr>
          <p:spPr>
            <a:xfrm>
              <a:off x="7870550" y="5182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6838242" y="539639"/>
              <a:ext cx="1200000" cy="1199700"/>
            </a:xfrm>
            <a:prstGeom prst="donut">
              <a:avLst>
                <a:gd name="adj" fmla="val 20918"/>
              </a:avLst>
            </a:pr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7483200" y="906125"/>
              <a:ext cx="215400" cy="2154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" name="Google Shape;10;p1"/>
          <p:cNvSpPr txBox="1"/>
          <p:nvPr/>
        </p:nvSpPr>
        <p:spPr>
          <a:xfrm>
            <a:off x="8459275" y="4651925"/>
            <a:ext cx="499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Outfit"/>
              <a:buNone/>
            </a:pPr>
            <a:r>
              <a:rPr lang="en-US" sz="800" b="0" i="0" u="none" strike="noStrike" cap="none">
                <a:solidFill>
                  <a:srgbClr val="00D2DD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.</a:t>
            </a:r>
            <a:fld id="{00000000-1234-1234-1234-123412341234}" type="slidenum">
              <a:rPr lang="en-US" sz="800" b="0" i="0" u="none" strike="noStrike" cap="none">
                <a:solidFill>
                  <a:srgbClr val="0E2356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‹#›</a:t>
            </a:fld>
            <a:endParaRPr sz="800" b="0" i="0" u="none" strike="noStrike" cap="none">
              <a:solidFill>
                <a:srgbClr val="0E2356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cxnSp>
        <p:nvCxnSpPr>
          <p:cNvPr id="11" name="Google Shape;11;p1"/>
          <p:cNvCxnSpPr>
            <a:stCxn id="12" idx="2"/>
          </p:cNvCxnSpPr>
          <p:nvPr/>
        </p:nvCxnSpPr>
        <p:spPr>
          <a:xfrm>
            <a:off x="8676034" y="4864644"/>
            <a:ext cx="1914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1"/>
          <p:cNvSpPr/>
          <p:nvPr/>
        </p:nvSpPr>
        <p:spPr>
          <a:xfrm>
            <a:off x="8662728" y="4667715"/>
            <a:ext cx="200700" cy="196200"/>
          </a:xfrm>
          <a:prstGeom prst="arc">
            <a:avLst>
              <a:gd name="adj1" fmla="val 16241889"/>
              <a:gd name="adj2" fmla="val 167312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4" name="Google Shape;14;p1"/>
          <p:cNvCxnSpPr>
            <a:endCxn id="13" idx="2"/>
          </p:cNvCxnSpPr>
          <p:nvPr/>
        </p:nvCxnSpPr>
        <p:spPr>
          <a:xfrm rot="10800000">
            <a:off x="8863304" y="4770697"/>
            <a:ext cx="0" cy="9840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Google Shape;15;p1"/>
          <p:cNvSpPr/>
          <p:nvPr/>
        </p:nvSpPr>
        <p:spPr>
          <a:xfrm rot="-5400000">
            <a:off x="8575218" y="4670051"/>
            <a:ext cx="200700" cy="196200"/>
          </a:xfrm>
          <a:prstGeom prst="arc">
            <a:avLst>
              <a:gd name="adj1" fmla="val 16241889"/>
              <a:gd name="adj2" fmla="val 11524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" name="Google Shape;12;p1"/>
          <p:cNvSpPr/>
          <p:nvPr/>
        </p:nvSpPr>
        <p:spPr>
          <a:xfrm rot="-5400000" flipH="1">
            <a:off x="8575218" y="4666195"/>
            <a:ext cx="200700" cy="196200"/>
          </a:xfrm>
          <a:prstGeom prst="arc">
            <a:avLst>
              <a:gd name="adj1" fmla="val 16241889"/>
              <a:gd name="adj2" fmla="val 15973"/>
            </a:avLst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00000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16" name="Google Shape;16;p1"/>
          <p:cNvCxnSpPr>
            <a:stCxn id="15" idx="2"/>
            <a:endCxn id="13" idx="0"/>
          </p:cNvCxnSpPr>
          <p:nvPr/>
        </p:nvCxnSpPr>
        <p:spPr>
          <a:xfrm>
            <a:off x="8675904" y="4667802"/>
            <a:ext cx="88500" cy="0"/>
          </a:xfrm>
          <a:prstGeom prst="straightConnector1">
            <a:avLst/>
          </a:prstGeom>
          <a:noFill/>
          <a:ln w="9525" cap="flat" cmpd="sng">
            <a:solidFill>
              <a:srgbClr val="0E235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1"/>
          <p:cNvSpPr/>
          <p:nvPr/>
        </p:nvSpPr>
        <p:spPr>
          <a:xfrm rot="-5400000">
            <a:off x="-977675" y="3501500"/>
            <a:ext cx="25575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50"/>
              <a:buFont typeface="Outfit"/>
              <a:buNone/>
            </a:pPr>
            <a:r>
              <a:rPr lang="en-US" sz="500" b="0" i="0" u="none" strike="noStrike" cap="none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rPr>
              <a:t>OCTO I PART OF ACCENTURE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© 202</a:t>
            </a:r>
            <a:r>
              <a:rPr lang="en-US" sz="50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6</a:t>
            </a:r>
            <a:r>
              <a:rPr lang="en-US" sz="5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 - All rights reserved</a:t>
            </a:r>
            <a:endParaRPr sz="500" b="0" i="0" u="none" strike="noStrike" cap="none">
              <a:solidFill>
                <a:srgbClr val="0E2356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6">
          <p15:clr>
            <a:srgbClr val="EA4335"/>
          </p15:clr>
        </p15:guide>
        <p15:guide id="2" pos="2880">
          <p15:clr>
            <a:srgbClr val="EA4335"/>
          </p15:clr>
        </p15:guide>
        <p15:guide id="3" orient="horz" pos="3064">
          <p15:clr>
            <a:srgbClr val="EA4335"/>
          </p15:clr>
        </p15:guide>
        <p15:guide id="4" orient="horz" pos="236">
          <p15:clr>
            <a:srgbClr val="EA4335"/>
          </p15:clr>
        </p15:guide>
        <p15:guide id="5" pos="360">
          <p15:clr>
            <a:srgbClr val="EA4335"/>
          </p15:clr>
        </p15:guide>
        <p15:guide id="6" pos="5403">
          <p15:clr>
            <a:srgbClr val="EA4335"/>
          </p15:clr>
        </p15:guide>
        <p15:guide id="7" orient="horz" pos="515">
          <p15:clr>
            <a:srgbClr val="E46962"/>
          </p15:clr>
        </p15:guide>
        <p15:guide id="8" orient="horz" pos="802">
          <p15:clr>
            <a:srgbClr val="E46962"/>
          </p15:clr>
        </p15:guide>
        <p15:guide id="9" pos="3697">
          <p15:clr>
            <a:srgbClr val="E46962"/>
          </p15:clr>
        </p15:guide>
        <p15:guide id="10" pos="2168">
          <p15:clr>
            <a:srgbClr val="E46962"/>
          </p15:clr>
        </p15:guide>
        <p15:guide id="11" pos="3372">
          <p15:clr>
            <a:srgbClr val="E46962"/>
          </p15:clr>
        </p15:guide>
        <p15:guide id="12" pos="2484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PRODUCT RUN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Atelier de cadrage — du Build au Run augmenté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OCTO Technology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 idx="3"/>
          </p:nvPr>
        </p:nvSpPr>
        <p:spPr/>
        <p:txBody>
          <a:bodyPr/>
          <a:lstStyle/>
          <a:p>
            <a:r>
              <a:t>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Contexte</a:t>
            </a:r>
          </a:p>
        </p:txBody>
      </p:sp>
      <p:sp>
        <p:nvSpPr>
          <p:cNvPr id="3" name="Oval 2"/>
          <p:cNvSpPr/>
          <p:nvPr/>
        </p:nvSpPr>
        <p:spPr>
          <a:xfrm>
            <a:off x="745236" y="869594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6403" y="786384"/>
            <a:ext cx="7237476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L'IA bouscule le découpage entre Build et Run, en particulier avec la création d'Agentic Software Factories.</a:t>
            </a:r>
          </a:p>
        </p:txBody>
      </p:sp>
      <p:sp>
        <p:nvSpPr>
          <p:cNvPr id="5" name="Oval 4"/>
          <p:cNvSpPr/>
          <p:nvPr/>
        </p:nvSpPr>
        <p:spPr>
          <a:xfrm>
            <a:off x="745236" y="1385316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3" y="1302105"/>
            <a:ext cx="7237476" cy="460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Le Run n'est pas encore pleinement entré dans les réflexions chez OCTO, naturellement concentrées sur le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" y="2037283"/>
            <a:ext cx="2479548" cy="1246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08660" y="2183587"/>
            <a:ext cx="41148" cy="67917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" y="2183587"/>
            <a:ext cx="2040635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On n'a pas d'expérience sur le Run !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" y="2899333"/>
            <a:ext cx="204063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586586"/>
                </a:solidFill>
                <a:latin typeface="Outfit"/>
              </a:rPr>
              <a:t>Reine — Agentic PM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4783" y="2037283"/>
            <a:ext cx="2479548" cy="1246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71088" y="2183587"/>
            <a:ext cx="41148" cy="67917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7391" y="2183587"/>
            <a:ext cx="2040635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On n'a pas réfléchi au Run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7391" y="2899333"/>
            <a:ext cx="204063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586586"/>
                </a:solidFill>
                <a:latin typeface="Outfit"/>
              </a:rPr>
              <a:t>Clarisse — Agentic Dev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87212" y="2037283"/>
            <a:ext cx="2479548" cy="1246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33516" y="2183587"/>
            <a:ext cx="41148" cy="67917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9820" y="2183587"/>
            <a:ext cx="2040635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0E2356"/>
                </a:solidFill>
                <a:latin typeface="Outfit"/>
              </a:rPr>
              <a:t>« Le Run avec l'IA est une question qui revient souvent avec les clients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9820" y="2899333"/>
            <a:ext cx="2040635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 i="0">
                <a:solidFill>
                  <a:srgbClr val="586586"/>
                </a:solidFill>
                <a:latin typeface="Outfit"/>
              </a:rPr>
              <a:t>Maxime — Agentic BizDev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64724" y="4261332"/>
            <a:ext cx="4799666" cy="539267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9044" y="4261332"/>
            <a:ext cx="365760" cy="53926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650" b="1" i="0">
                <a:solidFill>
                  <a:srgbClr val="00D2DD"/>
                </a:solidFill>
                <a:latin typeface="Outfit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9668" y="4261332"/>
            <a:ext cx="3830402" cy="53926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Outfit"/>
              </a:rPr>
              <a:t>Les appels d'offres MCO Agentique arrivent.</a:t>
            </a:r>
            <a:r>
              <a:rPr sz="135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Enjeux pour OCTO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Quatre raisons de s'y positionner maintenant.</a:t>
            </a:r>
          </a:p>
        </p:txBody>
      </p:sp>
      <p:sp>
        <p:nvSpPr>
          <p:cNvPr id="4" name="Oval 3"/>
          <p:cNvSpPr/>
          <p:nvPr/>
        </p:nvSpPr>
        <p:spPr>
          <a:xfrm>
            <a:off x="928116" y="1986076"/>
            <a:ext cx="82296" cy="82296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" y="1907438"/>
            <a:ext cx="6871716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Opportunité de développer du Biz sur un segment absent pour OCTO</a:t>
            </a:r>
          </a:p>
        </p:txBody>
      </p:sp>
      <p:sp>
        <p:nvSpPr>
          <p:cNvPr id="6" name="Oval 5"/>
          <p:cNvSpPr/>
          <p:nvPr/>
        </p:nvSpPr>
        <p:spPr>
          <a:xfrm>
            <a:off x="928116" y="2390241"/>
            <a:ext cx="82296" cy="82296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9284" y="2311603"/>
            <a:ext cx="6871716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Opportunité d'entrer chez des clients pour (et éventuellement ensuite vendre du Build)</a:t>
            </a:r>
          </a:p>
        </p:txBody>
      </p:sp>
      <p:sp>
        <p:nvSpPr>
          <p:cNvPr id="8" name="Oval 7"/>
          <p:cNvSpPr/>
          <p:nvPr/>
        </p:nvSpPr>
        <p:spPr>
          <a:xfrm>
            <a:off x="928116" y="2794406"/>
            <a:ext cx="82296" cy="82296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9284" y="2715768"/>
            <a:ext cx="6871716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Conserver une position durablement chez un client</a:t>
            </a:r>
          </a:p>
        </p:txBody>
      </p:sp>
      <p:sp>
        <p:nvSpPr>
          <p:cNvPr id="10" name="Oval 9"/>
          <p:cNvSpPr/>
          <p:nvPr/>
        </p:nvSpPr>
        <p:spPr>
          <a:xfrm>
            <a:off x="928116" y="3198571"/>
            <a:ext cx="82296" cy="82296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9284" y="3119932"/>
            <a:ext cx="6871716" cy="2578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E4F78"/>
                </a:solidFill>
                <a:latin typeface="Outfit"/>
              </a:rPr>
              <a:t>Protéger notre savoir-faire en sortie de projet produit par une ASF (tout est dans le repo)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84940" y="4252874"/>
            <a:ext cx="4759234" cy="547725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9260" y="4252874"/>
            <a:ext cx="365760" cy="54772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700" b="1" i="0">
                <a:solidFill>
                  <a:srgbClr val="00D2DD"/>
                </a:solidFill>
                <a:latin typeface="Outfit"/>
              </a:rPr>
              <a:t>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9884" y="4252874"/>
            <a:ext cx="3789970" cy="5477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utfit"/>
              </a:rPr>
              <a:t>Découvrez Notre offre Agentic Product Run</a:t>
            </a:r>
            <a:r>
              <a:rPr sz="140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Offre Agentic Product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Les douleurs du Run telles que vous nous les avez exprimées.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261872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" y="147607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660" y="147607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7" y="1408176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Valeur du forfait TMA difficile à démontrer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" y="2092604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8660" y="230680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" y="230680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707" y="2238908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Prestataire exécutant, jamais force de proposition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" y="2923336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8660" y="31375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" y="3137535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707" y="3069640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Rotation des équipes et perte de connaissance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" y="3754069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8660" y="396826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" y="39682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07" y="3900373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Indicateurs conformes mais service dégradé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8858" y="1261872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25162" y="147607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5162" y="147607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9210" y="1408176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Accumulation de dette technique et baisse de qualité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8858" y="2092604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25162" y="230680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5162" y="230680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9210" y="2238908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Manque de visibilité sur l'état réel des applications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8858" y="2923336"/>
            <a:ext cx="3787902" cy="7027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25162" y="31375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25162" y="3137535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9210" y="3069640"/>
            <a:ext cx="3111246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E2356"/>
                </a:solidFill>
                <a:latin typeface="Outfit"/>
              </a:rPr>
              <a:t>Réversibilité théorique et dépendance de fait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OCTO, acteur de la révolution de l'IA générative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Trois atouts qui légitiment l'offre.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2143010"/>
            <a:ext cx="2479548" cy="16850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6947" y="230760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6947" y="230760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7" y="2746514"/>
            <a:ext cx="21503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Expérience ASF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7" y="3057410"/>
            <a:ext cx="2150364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expérience éprouvée en matière d'Agentic Software Factory.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4783" y="2143010"/>
            <a:ext cx="2479548" cy="16850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9376" y="230760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9376" y="230760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9376" y="2746514"/>
            <a:ext cx="21503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Greenfield et Brownfield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9376" y="3057410"/>
            <a:ext cx="2150364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Aussi à l'aise sur un produit neuf que sur un patrimoine existant.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87212" y="2143010"/>
            <a:ext cx="2479548" cy="16850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51804" y="230760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1804" y="230760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Outfi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1804" y="2746514"/>
            <a:ext cx="215036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Approche produit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1804" y="3057410"/>
            <a:ext cx="2150364" cy="58773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expertise reconnue de l'approche produit, pas seulement projet.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Notre proposition de valeur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Ce que l'offre garantit, au-delà du contrat de maintenance classique.</a:t>
            </a:r>
          </a:p>
        </p:txBody>
      </p:sp>
      <p:sp>
        <p:nvSpPr>
          <p:cNvPr id="4" name="Chevron 3"/>
          <p:cNvSpPr/>
          <p:nvPr/>
        </p:nvSpPr>
        <p:spPr>
          <a:xfrm>
            <a:off x="562356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0E2356"/>
          </a:solidFill>
          <a:ln w="1524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Outfit"/>
              </a:rPr>
              <a:t>Signal</a:t>
            </a:r>
          </a:p>
        </p:txBody>
      </p:sp>
      <p:sp>
        <p:nvSpPr>
          <p:cNvPr id="5" name="Chevron 4"/>
          <p:cNvSpPr/>
          <p:nvPr/>
        </p:nvSpPr>
        <p:spPr>
          <a:xfrm>
            <a:off x="1870710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Compréhension</a:t>
            </a:r>
          </a:p>
        </p:txBody>
      </p:sp>
      <p:sp>
        <p:nvSpPr>
          <p:cNvPr id="6" name="Chevron 5"/>
          <p:cNvSpPr/>
          <p:nvPr/>
        </p:nvSpPr>
        <p:spPr>
          <a:xfrm>
            <a:off x="3179064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Décision</a:t>
            </a:r>
          </a:p>
        </p:txBody>
      </p:sp>
      <p:sp>
        <p:nvSpPr>
          <p:cNvPr id="7" name="Chevron 6"/>
          <p:cNvSpPr/>
          <p:nvPr/>
        </p:nvSpPr>
        <p:spPr>
          <a:xfrm>
            <a:off x="4487418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Action</a:t>
            </a:r>
          </a:p>
        </p:txBody>
      </p:sp>
      <p:sp>
        <p:nvSpPr>
          <p:cNvPr id="8" name="Chevron 7"/>
          <p:cNvSpPr/>
          <p:nvPr/>
        </p:nvSpPr>
        <p:spPr>
          <a:xfrm>
            <a:off x="5795772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0E2356"/>
                </a:solidFill>
                <a:latin typeface="Outfit"/>
              </a:rPr>
              <a:t>Validation</a:t>
            </a:r>
          </a:p>
        </p:txBody>
      </p:sp>
      <p:sp>
        <p:nvSpPr>
          <p:cNvPr id="9" name="Chevron 8"/>
          <p:cNvSpPr/>
          <p:nvPr/>
        </p:nvSpPr>
        <p:spPr>
          <a:xfrm>
            <a:off x="7104126" y="1170432"/>
            <a:ext cx="1262634" cy="420624"/>
          </a:xfrm>
          <a:prstGeom prst="chevron">
            <a:avLst>
              <a:gd name="adj" fmla="val 20000"/>
            </a:avLst>
          </a:prstGeom>
          <a:solidFill>
            <a:srgbClr val="0E2356"/>
          </a:solidFill>
          <a:ln w="1524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4124" rIns="84124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Outfit"/>
              </a:rPr>
              <a:t>Apprentissage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" y="1737360"/>
            <a:ext cx="7804404" cy="23596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" y="1847088"/>
            <a:ext cx="743864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0D2DD"/>
                </a:solidFill>
                <a:latin typeface="Outfit"/>
              </a:rPr>
              <a:t>CE QUE LE CLIENT OBTIENT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" y="2176272"/>
            <a:ext cx="457200" cy="41148"/>
          </a:xfrm>
          <a:prstGeom prst="rect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5236" y="2415959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6403" y="2345436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MCO garantie</a:t>
            </a:r>
          </a:p>
        </p:txBody>
      </p:sp>
      <p:sp>
        <p:nvSpPr>
          <p:cNvPr id="15" name="Oval 14"/>
          <p:cNvSpPr/>
          <p:nvPr/>
        </p:nvSpPr>
        <p:spPr>
          <a:xfrm>
            <a:off x="745236" y="2694165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3" y="2623642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Des coûts maîtrisés</a:t>
            </a:r>
          </a:p>
        </p:txBody>
      </p:sp>
      <p:sp>
        <p:nvSpPr>
          <p:cNvPr id="17" name="Oval 16"/>
          <p:cNvSpPr/>
          <p:nvPr/>
        </p:nvSpPr>
        <p:spPr>
          <a:xfrm>
            <a:off x="745236" y="2972371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3" y="2901848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captation des signaux (bugs, logs, attaques cyber…) au plus tôt</a:t>
            </a:r>
          </a:p>
        </p:txBody>
      </p:sp>
      <p:sp>
        <p:nvSpPr>
          <p:cNvPr id="19" name="Oval 18"/>
          <p:cNvSpPr/>
          <p:nvPr/>
        </p:nvSpPr>
        <p:spPr>
          <a:xfrm>
            <a:off x="745236" y="3250577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3" y="3180054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qualité aux meilleurs standards du marché</a:t>
            </a:r>
          </a:p>
        </p:txBody>
      </p:sp>
      <p:sp>
        <p:nvSpPr>
          <p:cNvPr id="21" name="Oval 20"/>
          <p:cNvSpPr/>
          <p:nvPr/>
        </p:nvSpPr>
        <p:spPr>
          <a:xfrm>
            <a:off x="745236" y="3528783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3" y="3458260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base documentaire toujours à jour</a:t>
            </a:r>
          </a:p>
        </p:txBody>
      </p:sp>
      <p:sp>
        <p:nvSpPr>
          <p:cNvPr id="23" name="Oval 22"/>
          <p:cNvSpPr/>
          <p:nvPr/>
        </p:nvSpPr>
        <p:spPr>
          <a:xfrm>
            <a:off x="745236" y="3806990"/>
            <a:ext cx="73152" cy="73152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3" y="3736467"/>
            <a:ext cx="7237476" cy="2324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Une expérience produit maintenue (saisir les opportunités et rester dans l'amélioration continue)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356" y="4205325"/>
            <a:ext cx="7804404" cy="595274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" y="4223613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" y="4205325"/>
            <a:ext cx="6670548" cy="595274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utfit"/>
              </a:rPr>
              <a:t>C'est la boucle qui transforme un contrat de maintenance en levier de valeur produit.</a:t>
            </a:r>
            <a:r>
              <a:rPr sz="130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En pratique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Trois phases, du diagnostic au pilotage continu.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1428" y="1216151"/>
            <a:ext cx="6085332" cy="868680"/>
          </a:xfrm>
          <a:prstGeom prst="roundRect">
            <a:avLst>
              <a:gd name="adj" fmla="val 7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2356" y="15041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2356" y="1504188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8116" y="1546936"/>
            <a:ext cx="1188720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586586"/>
                </a:solidFill>
                <a:latin typeface="Outfit"/>
              </a:rPr>
              <a:t>Diagnostiquer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6020" y="1335024"/>
            <a:ext cx="1631289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46020" y="1335024"/>
            <a:ext cx="1631289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Run Readiness 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8749" y="1335024"/>
            <a:ext cx="1631289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8749" y="1335024"/>
            <a:ext cx="1631289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Niveau de criticité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46020" y="1682495"/>
            <a:ext cx="274320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46020" y="1682495"/>
            <a:ext cx="2743200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Rétrodocumentation de l'application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0660" y="1682495"/>
            <a:ext cx="1283817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0660" y="1682495"/>
            <a:ext cx="1283817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Audit sécurité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55917" y="1682495"/>
            <a:ext cx="1214323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5917" y="1682495"/>
            <a:ext cx="1214323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Audit qualité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1428" y="2203704"/>
            <a:ext cx="6085332" cy="1216152"/>
          </a:xfrm>
          <a:prstGeom prst="roundRect">
            <a:avLst>
              <a:gd name="adj" fmla="val 7000"/>
            </a:avLst>
          </a:prstGeom>
          <a:solidFill>
            <a:srgbClr val="E7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2356" y="26654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" y="266547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" y="2708224"/>
            <a:ext cx="1188720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586586"/>
                </a:solidFill>
                <a:latin typeface="Outfit"/>
              </a:rPr>
              <a:t>Mettre sous contrôle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46020" y="2322576"/>
            <a:ext cx="3299155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46020" y="2322576"/>
            <a:ext cx="3299155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Mise en place du monitoring (observabilité)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46020" y="2670048"/>
            <a:ext cx="2882188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46020" y="2670048"/>
            <a:ext cx="288218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Définition des indicateurs SLA et XLA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46020" y="3017520"/>
            <a:ext cx="4063593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E4F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46020" y="3017520"/>
            <a:ext cx="4063593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3E4F78"/>
                </a:solidFill>
                <a:latin typeface="Outfit"/>
              </a:rPr>
              <a:t>Mise en place de l'ASRF (Agentic Software Run Factory)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1428" y="3538728"/>
            <a:ext cx="6085332" cy="1216152"/>
          </a:xfrm>
          <a:prstGeom prst="roundRect">
            <a:avLst>
              <a:gd name="adj" fmla="val 7000"/>
            </a:avLst>
          </a:prstGeom>
          <a:solidFill>
            <a:srgbClr val="DB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2356" y="400050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6" y="400050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" y="4043248"/>
            <a:ext cx="1188720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00D2DD"/>
                </a:solidFill>
                <a:latin typeface="Outfit"/>
              </a:rPr>
              <a:t>Piloter en continu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46020" y="3657600"/>
            <a:ext cx="274320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46020" y="3657600"/>
            <a:ext cx="2743200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Reporting en temps réel et alerting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80660" y="3657600"/>
            <a:ext cx="211775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0660" y="3657600"/>
            <a:ext cx="2117750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Reporting exécutif mensuel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46020" y="4005072"/>
            <a:ext cx="4411065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46020" y="4005072"/>
            <a:ext cx="4411065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Tickets : analyse auto → validation humaine → mise en œuvre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46020" y="4352544"/>
            <a:ext cx="2465222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2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46020" y="4352544"/>
            <a:ext cx="2465222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1" i="0">
                <a:solidFill>
                  <a:srgbClr val="0E2356"/>
                </a:solidFill>
                <a:latin typeface="Outfit"/>
              </a:rPr>
              <a:t>Planning partagé avec le client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Un même socle de mesure, restitué à deux rythmes.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79592" y="1437665"/>
            <a:ext cx="2487168" cy="25191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2472" y="1602257"/>
            <a:ext cx="212140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0D2DD"/>
                </a:solidFill>
                <a:latin typeface="Outfit"/>
              </a:rPr>
              <a:t>XLA — TROIS FAMILLES CROISÉES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1931441"/>
            <a:ext cx="457200" cy="41148"/>
          </a:xfrm>
          <a:prstGeom prst="rect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62472" y="2163013"/>
            <a:ext cx="64008" cy="64008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2100605"/>
            <a:ext cx="1920240" cy="359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00" b="1">
                <a:solidFill>
                  <a:srgbClr val="0E2356"/>
                </a:solidFill>
                <a:latin typeface="Outfit"/>
              </a:rPr>
              <a:t>Le ressenti : </a:t>
            </a:r>
            <a:r>
              <a:rPr sz="900">
                <a:solidFill>
                  <a:srgbClr val="3E4F78"/>
                </a:solidFill>
                <a:latin typeface="Outfit"/>
              </a:rPr>
              <a:t>déclaré par les utilisateurs, recueilli par sondage</a:t>
            </a:r>
          </a:p>
        </p:txBody>
      </p:sp>
      <p:sp>
        <p:nvSpPr>
          <p:cNvPr id="9" name="Oval 8"/>
          <p:cNvSpPr/>
          <p:nvPr/>
        </p:nvSpPr>
        <p:spPr>
          <a:xfrm>
            <a:off x="6062472" y="2632100"/>
            <a:ext cx="64008" cy="64008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569692"/>
            <a:ext cx="1920240" cy="359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00" b="1">
                <a:solidFill>
                  <a:srgbClr val="0E2356"/>
                </a:solidFill>
                <a:latin typeface="Outfit"/>
              </a:rPr>
              <a:t>Les processus : </a:t>
            </a:r>
            <a:r>
              <a:rPr sz="900">
                <a:solidFill>
                  <a:srgbClr val="3E4F78"/>
                </a:solidFill>
                <a:latin typeface="Outfit"/>
              </a:rPr>
              <a:t>délais, respect des SLA, KPI</a:t>
            </a:r>
          </a:p>
        </p:txBody>
      </p:sp>
      <p:sp>
        <p:nvSpPr>
          <p:cNvPr id="11" name="Oval 10"/>
          <p:cNvSpPr/>
          <p:nvPr/>
        </p:nvSpPr>
        <p:spPr>
          <a:xfrm>
            <a:off x="6062472" y="3101187"/>
            <a:ext cx="64008" cy="64008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038779"/>
            <a:ext cx="1920240" cy="359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00" b="1">
                <a:solidFill>
                  <a:srgbClr val="0E2356"/>
                </a:solidFill>
                <a:latin typeface="Outfit"/>
              </a:rPr>
              <a:t>Les outils : </a:t>
            </a:r>
            <a:r>
              <a:rPr sz="900">
                <a:solidFill>
                  <a:srgbClr val="3E4F78"/>
                </a:solidFill>
                <a:latin typeface="Outfit"/>
              </a:rPr>
              <a:t>performance des postes, des applications, du réseau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" y="1880006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" y="1880006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Outfit"/>
              </a:rPr>
              <a:t>TEMPS RÉEL</a:t>
            </a:r>
          </a:p>
        </p:txBody>
      </p:sp>
      <p:sp>
        <p:nvSpPr>
          <p:cNvPr id="15" name="Chevron 14"/>
          <p:cNvSpPr/>
          <p:nvPr/>
        </p:nvSpPr>
        <p:spPr>
          <a:xfrm>
            <a:off x="1961388" y="1861718"/>
            <a:ext cx="310896" cy="310896"/>
          </a:xfrm>
          <a:prstGeom prst="chevron">
            <a:avLst>
              <a:gd name="adj" fmla="val 30000"/>
            </a:avLst>
          </a:prstGeom>
          <a:solidFill>
            <a:srgbClr val="FFFFFF"/>
          </a:solidFill>
          <a:ln w="22860">
            <a:solidFill>
              <a:srgbClr val="5865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72868" y="1437665"/>
            <a:ext cx="3250691" cy="115900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37460" y="1602257"/>
            <a:ext cx="2921507" cy="2916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Pour le management opérationnel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7460" y="1985391"/>
            <a:ext cx="2921507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Alerting inclus : l'écart se voit quand il se produit, pas au bilan.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356" y="3240176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" y="3240176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MENSUEL</a:t>
            </a:r>
          </a:p>
        </p:txBody>
      </p:sp>
      <p:sp>
        <p:nvSpPr>
          <p:cNvPr id="21" name="Chevron 20"/>
          <p:cNvSpPr/>
          <p:nvPr/>
        </p:nvSpPr>
        <p:spPr>
          <a:xfrm>
            <a:off x="1961388" y="3221888"/>
            <a:ext cx="310896" cy="310896"/>
          </a:xfrm>
          <a:prstGeom prst="chevron">
            <a:avLst>
              <a:gd name="adj" fmla="val 30000"/>
            </a:avLst>
          </a:prstGeom>
          <a:solidFill>
            <a:srgbClr val="FFFFFF"/>
          </a:solidFill>
          <a:ln w="2286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72868" y="2797835"/>
            <a:ext cx="3250691" cy="115900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37460" y="2962427"/>
            <a:ext cx="2921507" cy="2916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E2356"/>
                </a:solidFill>
                <a:latin typeface="Outfit"/>
              </a:rPr>
              <a:t>Pour le pilotage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7460" y="3345561"/>
            <a:ext cx="2921507" cy="410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3E4F78"/>
                </a:solidFill>
                <a:latin typeface="Outfit"/>
              </a:rPr>
              <a:t>Vue exécutive : la tendance, la dette et les engagements de service.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356" y="4425238"/>
            <a:ext cx="7804404" cy="375361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" y="4443526"/>
            <a:ext cx="365760" cy="3387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00D2DD"/>
                </a:solidFill>
                <a:latin typeface="Outfit"/>
              </a:rPr>
              <a:t>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" y="4425238"/>
            <a:ext cx="6670548" cy="375361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utfit"/>
              </a:rPr>
              <a:t>Deux rythmes, deux publics : l'un pour réagir, l'autre pour décider.</a:t>
            </a:r>
            <a:r>
              <a:rPr sz="1300" b="1">
                <a:solidFill>
                  <a:srgbClr val="00D2DD"/>
                </a:solidFill>
                <a:latin typeface="Outfit"/>
              </a:rPr>
              <a:t>  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0E2356"/>
                </a:solidFill>
              </a:rPr>
              <a:t>Opportunités, pitch et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2356" y="786384"/>
            <a:ext cx="780440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0" i="0">
                <a:solidFill>
                  <a:srgbClr val="586586"/>
                </a:solidFill>
                <a:latin typeface="Outfit"/>
              </a:rPr>
              <a:t>Le pitch d'abord — c'est la phrase qui doit rester en tête.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2356" y="1170432"/>
            <a:ext cx="7804404" cy="1350568"/>
          </a:xfrm>
          <a:prstGeom prst="roundRect">
            <a:avLst>
              <a:gd name="adj" fmla="val 10000"/>
            </a:avLst>
          </a:prstGeom>
          <a:solidFill>
            <a:srgbClr val="0E2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3252" y="1708556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" y="1708556"/>
            <a:ext cx="117043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00" b="1" i="0">
                <a:solidFill>
                  <a:srgbClr val="0E2356"/>
                </a:solidFill>
                <a:latin typeface="Outfit"/>
              </a:rPr>
              <a:t>LE PITCH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53412" y="1362456"/>
            <a:ext cx="41148" cy="236829"/>
          </a:xfrm>
          <a:prstGeom prst="roundRect">
            <a:avLst>
              <a:gd name="adj" fmla="val 50000"/>
            </a:avLst>
          </a:prstGeom>
          <a:solidFill>
            <a:srgbClr val="3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18004" y="1335024"/>
            <a:ext cx="5737860" cy="2916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Outfit"/>
              </a:rPr>
              <a:t>Un Run augmenté </a:t>
            </a:r>
            <a:r>
              <a:rPr sz="1400">
                <a:solidFill>
                  <a:srgbClr val="FFFFFF"/>
                </a:solidFill>
                <a:latin typeface="Outfit"/>
              </a:rPr>
              <a:t>pas seulement maintenu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53412" y="1727301"/>
            <a:ext cx="41148" cy="236829"/>
          </a:xfrm>
          <a:prstGeom prst="roundRect">
            <a:avLst>
              <a:gd name="adj" fmla="val 50000"/>
            </a:avLst>
          </a:prstGeom>
          <a:solidFill>
            <a:srgbClr val="3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8004" y="1699869"/>
            <a:ext cx="5737860" cy="2916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1">
                <a:solidFill>
                  <a:srgbClr val="FFFFFF"/>
                </a:solidFill>
                <a:latin typeface="Outfit"/>
              </a:rPr>
              <a:t>Une boucle </a:t>
            </a:r>
            <a:r>
              <a:rPr sz="1400">
                <a:solidFill>
                  <a:srgbClr val="FFFFFF"/>
                </a:solidFill>
                <a:latin typeface="Outfit"/>
              </a:rPr>
              <a:t>entre maturité du Run et croissance produit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3412" y="2092147"/>
            <a:ext cx="41148" cy="236829"/>
          </a:xfrm>
          <a:prstGeom prst="roundRect">
            <a:avLst>
              <a:gd name="adj" fmla="val 50000"/>
            </a:avLst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8004" y="2064715"/>
            <a:ext cx="5737860" cy="2916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400" b="1">
                <a:solidFill>
                  <a:srgbClr val="00D2DD"/>
                </a:solidFill>
                <a:latin typeface="Outfit"/>
              </a:rPr>
              <a:t>Le Run maîtrisé </a:t>
            </a:r>
            <a:r>
              <a:rPr sz="1400">
                <a:solidFill>
                  <a:srgbClr val="FFFFFF"/>
                </a:solidFill>
                <a:latin typeface="Outfit"/>
              </a:rPr>
              <a:t>devient une opportunité de growth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" y="2649016"/>
            <a:ext cx="2525268" cy="20519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7" y="2795320"/>
            <a:ext cx="219608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  <a:latin typeface="Outfit"/>
              </a:rPr>
              <a:t>OPPORTUNITÉS POUR OCTO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7" y="3124504"/>
            <a:ext cx="457200" cy="41148"/>
          </a:xfrm>
          <a:prstGeom prst="rect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6947" y="3360648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5" y="3293668"/>
            <a:ext cx="199491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Valider la valeur pour OCTO</a:t>
            </a:r>
          </a:p>
        </p:txBody>
      </p:sp>
      <p:sp>
        <p:nvSpPr>
          <p:cNvPr id="18" name="Oval 17"/>
          <p:cNvSpPr/>
          <p:nvPr/>
        </p:nvSpPr>
        <p:spPr>
          <a:xfrm>
            <a:off x="726947" y="3650056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5" y="3583076"/>
            <a:ext cx="1994916" cy="2071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Finaliser la présentation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6224" y="2649016"/>
            <a:ext cx="2525268" cy="20519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0816" y="2795320"/>
            <a:ext cx="219608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586586"/>
                </a:solidFill>
                <a:latin typeface="Outfit"/>
              </a:rPr>
              <a:t>CONTACTER D'AUTRES OCTOS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0816" y="3124504"/>
            <a:ext cx="457200" cy="41148"/>
          </a:xfrm>
          <a:prstGeom prst="rect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80816" y="3360648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1984" y="3293668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Équipe AI OPS en cours de formation chez C&amp;P</a:t>
            </a:r>
          </a:p>
        </p:txBody>
      </p:sp>
      <p:sp>
        <p:nvSpPr>
          <p:cNvPr id="25" name="Oval 24"/>
          <p:cNvSpPr/>
          <p:nvPr/>
        </p:nvSpPr>
        <p:spPr>
          <a:xfrm>
            <a:off x="3480816" y="3802303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1984" y="3735324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Reynald RIVI est intéressé</a:t>
            </a:r>
          </a:p>
        </p:txBody>
      </p:sp>
      <p:sp>
        <p:nvSpPr>
          <p:cNvPr id="27" name="Oval 26"/>
          <p:cNvSpPr/>
          <p:nvPr/>
        </p:nvSpPr>
        <p:spPr>
          <a:xfrm>
            <a:off x="3480816" y="4243958"/>
            <a:ext cx="54864" cy="54864"/>
          </a:xfrm>
          <a:prstGeom prst="ellipse">
            <a:avLst/>
          </a:prstGeom>
          <a:solidFill>
            <a:srgbClr val="5865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1984" y="4176979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Identifier d'autres interlocuteurs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70092" y="2649016"/>
            <a:ext cx="2525268" cy="20519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00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4684" y="2795320"/>
            <a:ext cx="2196084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1" i="0">
                <a:solidFill>
                  <a:srgbClr val="00D2DD"/>
                </a:solidFill>
                <a:latin typeface="Outfit"/>
              </a:rPr>
              <a:t>NEXT STEPS — PROPOSITION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4684" y="3124504"/>
            <a:ext cx="457200" cy="41148"/>
          </a:xfrm>
          <a:prstGeom prst="rect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34684" y="3360648"/>
            <a:ext cx="54864" cy="54864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5852" y="3293668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Run Readiness Check sur un premier périmètre client</a:t>
            </a:r>
          </a:p>
        </p:txBody>
      </p:sp>
      <p:sp>
        <p:nvSpPr>
          <p:cNvPr id="34" name="Oval 33"/>
          <p:cNvSpPr/>
          <p:nvPr/>
        </p:nvSpPr>
        <p:spPr>
          <a:xfrm>
            <a:off x="6234684" y="3802303"/>
            <a:ext cx="54864" cy="54864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5852" y="3735324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Identifier un compte pilote pour la démonstration</a:t>
            </a:r>
          </a:p>
        </p:txBody>
      </p:sp>
      <p:sp>
        <p:nvSpPr>
          <p:cNvPr id="36" name="Oval 35"/>
          <p:cNvSpPr/>
          <p:nvPr/>
        </p:nvSpPr>
        <p:spPr>
          <a:xfrm>
            <a:off x="6234684" y="4243958"/>
            <a:ext cx="54864" cy="54864"/>
          </a:xfrm>
          <a:prstGeom prst="ellipse">
            <a:avLst/>
          </a:prstGeom>
          <a:solidFill>
            <a:srgbClr val="00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5852" y="4176979"/>
            <a:ext cx="1994916" cy="359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3E4F78"/>
                </a:solidFill>
                <a:latin typeface="Outfit"/>
              </a:rPr>
              <a:t>Un jalon de livrable montrable sous quelques semaines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- OCTO">
  <a:themeElements>
    <a:clrScheme name="Custom">
      <a:dk1>
        <a:srgbClr val="0E2356"/>
      </a:dk1>
      <a:lt1>
        <a:srgbClr val="FFFFFF"/>
      </a:lt1>
      <a:dk2>
        <a:srgbClr val="3E4F78"/>
      </a:dk2>
      <a:lt2>
        <a:srgbClr val="586586"/>
      </a:lt2>
      <a:accent1>
        <a:srgbClr val="6E7B9A"/>
      </a:accent1>
      <a:accent2>
        <a:srgbClr val="9FA7BB"/>
      </a:accent2>
      <a:accent3>
        <a:srgbClr val="00D2DD"/>
      </a:accent3>
      <a:accent4>
        <a:srgbClr val="B7BDCC"/>
      </a:accent4>
      <a:accent5>
        <a:srgbClr val="CFD3DD"/>
      </a:accent5>
      <a:accent6>
        <a:srgbClr val="E7E9EE"/>
      </a:accent6>
      <a:hlink>
        <a:srgbClr val="33B5CB"/>
      </a:hlink>
      <a:folHlink>
        <a:srgbClr val="33B5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429</Words>
  <Application>Microsoft Office PowerPoint</Application>
  <PresentationFormat>On-screen Show (16:9)</PresentationFormat>
  <Paragraphs>76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Outfit Light</vt:lpstr>
      <vt:lpstr>Century Gothic</vt:lpstr>
      <vt:lpstr>Helvetica Neue Light</vt:lpstr>
      <vt:lpstr>Outfit</vt:lpstr>
      <vt:lpstr>Outfit Medium</vt:lpstr>
      <vt:lpstr>Outfit SemiBold</vt:lpstr>
      <vt:lpstr>2026 - OCTO</vt:lpstr>
      <vt:lpstr>OCTO Technology</vt:lpstr>
      <vt:lpstr>Sommaire</vt:lpstr>
      <vt:lpstr>Contexte</vt:lpstr>
      <vt:lpstr>xxx</vt:lpstr>
      <vt:lpstr>Notre approche</vt:lpstr>
      <vt:lpstr>Notre approche </vt:lpstr>
      <vt:lpstr>Une approche contextualisée pour un premier déploiement aligné </vt:lpstr>
      <vt:lpstr>Planning des interventions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Camus, Claude</cp:lastModifiedBy>
  <cp:revision>1</cp:revision>
  <dcterms:modified xsi:type="dcterms:W3CDTF">2026-06-19T16:03:54Z</dcterms:modified>
</cp:coreProperties>
</file>